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10287000" cx="18288000"/>
  <p:notesSz cx="6858000" cy="9144000"/>
  <p:embeddedFontLst>
    <p:embeddedFont>
      <p:font typeface="PT Serif"/>
      <p:regular r:id="rId13"/>
      <p:bold r:id="rId14"/>
      <p:italic r:id="rId15"/>
      <p:boldItalic r:id="rId16"/>
    </p:embeddedFont>
    <p:embeddedFont>
      <p:font typeface="DM Sans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DMSans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PTSerif-regular.fntdata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PTSerif-italic.fntdata"/><Relationship Id="rId14" Type="http://schemas.openxmlformats.org/officeDocument/2006/relationships/font" Target="fonts/PTSerif-bold.fntdata"/><Relationship Id="rId17" Type="http://schemas.openxmlformats.org/officeDocument/2006/relationships/font" Target="fonts/DMSans-regular.fntdata"/><Relationship Id="rId16" Type="http://schemas.openxmlformats.org/officeDocument/2006/relationships/font" Target="fonts/PTSerif-bold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DMSans-italic.fntdata"/><Relationship Id="rId6" Type="http://schemas.openxmlformats.org/officeDocument/2006/relationships/slide" Target="slides/slide1.xml"/><Relationship Id="rId18" Type="http://schemas.openxmlformats.org/officeDocument/2006/relationships/font" Target="fonts/DMSans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86" name="Google Shape;86;p1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87" name="Google Shape;87;p1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" name="Google Shape;88;p1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</a:t>
            </a:r>
            <a:endParaRPr/>
          </a:p>
        </p:txBody>
      </p:sp>
      <p:sp>
        <p:nvSpPr>
          <p:cNvPr id="89" name="Google Shape;89;p1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90" name="Google Shape;90;p1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01" name="Google Shape;101;p2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02" name="Google Shape;102;p2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" name="Google Shape;103;p2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</a:t>
            </a:r>
            <a:endParaRPr/>
          </a:p>
        </p:txBody>
      </p:sp>
      <p:sp>
        <p:nvSpPr>
          <p:cNvPr id="104" name="Google Shape;104;p2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05" name="Google Shape;105;p2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3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31" name="Google Shape;131;p3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32" name="Google Shape;132;p3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3" name="Google Shape;133;p3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</a:t>
            </a:r>
            <a:endParaRPr/>
          </a:p>
        </p:txBody>
      </p:sp>
      <p:sp>
        <p:nvSpPr>
          <p:cNvPr id="134" name="Google Shape;134;p3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35" name="Google Shape;135;p3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4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61" name="Google Shape;161;p4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62" name="Google Shape;162;p4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3" name="Google Shape;163;p4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</a:t>
            </a:r>
            <a:endParaRPr/>
          </a:p>
        </p:txBody>
      </p:sp>
      <p:sp>
        <p:nvSpPr>
          <p:cNvPr id="164" name="Google Shape;164;p4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65" name="Google Shape;165;p4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5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87" name="Google Shape;187;p5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88" name="Google Shape;188;p5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9" name="Google Shape;189;p5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5</a:t>
            </a:r>
            <a:endParaRPr/>
          </a:p>
        </p:txBody>
      </p:sp>
      <p:sp>
        <p:nvSpPr>
          <p:cNvPr id="190" name="Google Shape;190;p5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91" name="Google Shape;191;p5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6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40" name="Google Shape;240;p6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41" name="Google Shape;241;p6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2" name="Google Shape;242;p6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6</a:t>
            </a:r>
            <a:endParaRPr/>
          </a:p>
        </p:txBody>
      </p:sp>
      <p:sp>
        <p:nvSpPr>
          <p:cNvPr id="243" name="Google Shape;243;p6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44" name="Google Shape;244;p6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7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86" name="Google Shape;286;p7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87" name="Google Shape;287;p7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8" name="Google Shape;288;p7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7</a:t>
            </a:r>
            <a:endParaRPr/>
          </a:p>
        </p:txBody>
      </p:sp>
      <p:sp>
        <p:nvSpPr>
          <p:cNvPr id="289" name="Google Shape;289;p7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90" name="Google Shape;290;p7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0" name="Google Shape;40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1" name="Google Shape;41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8" name="Google Shape;48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0" name="Google Shape;50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4.png"/><Relationship Id="rId5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4.png"/><Relationship Id="rId5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9.png"/><Relationship Id="rId9" Type="http://schemas.openxmlformats.org/officeDocument/2006/relationships/image" Target="../media/image1.png"/><Relationship Id="rId5" Type="http://schemas.openxmlformats.org/officeDocument/2006/relationships/image" Target="../media/image3.png"/><Relationship Id="rId6" Type="http://schemas.openxmlformats.org/officeDocument/2006/relationships/image" Target="../media/image7.png"/><Relationship Id="rId7" Type="http://schemas.openxmlformats.org/officeDocument/2006/relationships/image" Target="../media/image6.png"/><Relationship Id="rId8" Type="http://schemas.openxmlformats.org/officeDocument/2006/relationships/image" Target="../media/image1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10.png"/><Relationship Id="rId5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4.png"/><Relationship Id="rId5" Type="http://schemas.openxmlformats.org/officeDocument/2006/relationships/image" Target="../media/image8.png"/><Relationship Id="rId6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png"/><Relationship Id="rId4" Type="http://schemas.openxmlformats.org/officeDocument/2006/relationships/image" Target="../media/image13.jpg"/><Relationship Id="rId5" Type="http://schemas.openxmlformats.org/officeDocument/2006/relationships/image" Target="../media/image11.png"/><Relationship Id="rId6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3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FAFAFA"/>
          </a:solidFill>
          <a:ln>
            <a:noFill/>
          </a:ln>
        </p:spPr>
      </p:sp>
      <p:sp>
        <p:nvSpPr>
          <p:cNvPr descr="preencoded.png" id="93" name="Google Shape;93;p13">
            <a:hlinkClick r:id="rId3"/>
          </p:cNvPr>
          <p:cNvSpPr/>
          <p:nvPr/>
        </p:nvSpPr>
        <p:spPr>
          <a:xfrm>
            <a:off x="16058359" y="9688982"/>
            <a:ext cx="2143697" cy="512064"/>
          </a:xfrm>
          <a:custGeom>
            <a:rect b="b" l="l" r="r" t="t"/>
            <a:pathLst>
              <a:path extrusionOk="0" h="682752" w="2858262">
                <a:moveTo>
                  <a:pt x="0" y="0"/>
                </a:moveTo>
                <a:lnTo>
                  <a:pt x="2858262" y="0"/>
                </a:lnTo>
                <a:lnTo>
                  <a:pt x="2858262" y="682752"/>
                </a:lnTo>
                <a:lnTo>
                  <a:pt x="0" y="6827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4" name="Google Shape;94;p13"/>
          <p:cNvSpPr/>
          <p:nvPr/>
        </p:nvSpPr>
        <p:spPr>
          <a:xfrm>
            <a:off x="11430000" y="0"/>
            <a:ext cx="6858000" cy="10287000"/>
          </a:xfrm>
          <a:custGeom>
            <a:rect b="b" l="l" r="r" t="t"/>
            <a:pathLst>
              <a:path extrusionOk="0" h="13716000" w="9144000">
                <a:moveTo>
                  <a:pt x="0" y="0"/>
                </a:moveTo>
                <a:lnTo>
                  <a:pt x="9144000" y="0"/>
                </a:lnTo>
                <a:lnTo>
                  <a:pt x="914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F2EEEE"/>
          </a:solidFill>
          <a:ln>
            <a:noFill/>
          </a:ln>
        </p:spPr>
      </p:sp>
      <p:sp>
        <p:nvSpPr>
          <p:cNvPr id="95" name="Google Shape;95;p13"/>
          <p:cNvSpPr/>
          <p:nvPr/>
        </p:nvSpPr>
        <p:spPr>
          <a:xfrm>
            <a:off x="11571684" y="1786873"/>
            <a:ext cx="6574441" cy="6713274"/>
          </a:xfrm>
          <a:custGeom>
            <a:rect b="b" l="l" r="r" t="t"/>
            <a:pathLst>
              <a:path extrusionOk="0" h="8951032" w="8765921">
                <a:moveTo>
                  <a:pt x="0" y="0"/>
                </a:moveTo>
                <a:lnTo>
                  <a:pt x="8765921" y="0"/>
                </a:lnTo>
                <a:lnTo>
                  <a:pt x="8765921" y="8951032"/>
                </a:lnTo>
                <a:lnTo>
                  <a:pt x="0" y="89510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-1055" r="-1055" t="0"/>
            </a:stretch>
          </a:blipFill>
          <a:ln>
            <a:noFill/>
          </a:ln>
        </p:spPr>
      </p:sp>
      <p:sp>
        <p:nvSpPr>
          <p:cNvPr id="96" name="Google Shape;96;p13"/>
          <p:cNvSpPr txBox="1"/>
          <p:nvPr/>
        </p:nvSpPr>
        <p:spPr>
          <a:xfrm>
            <a:off x="992238" y="3735591"/>
            <a:ext cx="9445523" cy="18987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8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800" u="none" cap="none" strike="noStrike">
                <a:solidFill>
                  <a:srgbClr val="020202"/>
                </a:solidFill>
                <a:latin typeface="PT Serif"/>
                <a:ea typeface="PT Serif"/>
                <a:cs typeface="PT Serif"/>
                <a:sym typeface="PT Serif"/>
              </a:rPr>
              <a:t>Ballistic Learning System (BLS)</a:t>
            </a:r>
            <a:endParaRPr/>
          </a:p>
        </p:txBody>
      </p:sp>
      <p:sp>
        <p:nvSpPr>
          <p:cNvPr id="97" name="Google Shape;97;p13"/>
          <p:cNvSpPr txBox="1"/>
          <p:nvPr/>
        </p:nvSpPr>
        <p:spPr>
          <a:xfrm>
            <a:off x="992238" y="5964288"/>
            <a:ext cx="9445523" cy="5488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0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Presented by: </a:t>
            </a:r>
            <a:r>
              <a:rPr b="1" i="0" lang="en-US" sz="2200" u="none" cap="none" strike="noStrike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Tushar Bhadana</a:t>
            </a:r>
            <a:endParaRPr/>
          </a:p>
        </p:txBody>
      </p:sp>
      <p:sp>
        <p:nvSpPr>
          <p:cNvPr id="98" name="Google Shape;98;p13"/>
          <p:cNvSpPr/>
          <p:nvPr/>
        </p:nvSpPr>
        <p:spPr>
          <a:xfrm>
            <a:off x="16712866" y="288844"/>
            <a:ext cx="1165785" cy="1190403"/>
          </a:xfrm>
          <a:custGeom>
            <a:rect b="b" l="l" r="r" t="t"/>
            <a:pathLst>
              <a:path extrusionOk="0" h="8951032" w="8765921">
                <a:moveTo>
                  <a:pt x="0" y="0"/>
                </a:moveTo>
                <a:lnTo>
                  <a:pt x="8765921" y="0"/>
                </a:lnTo>
                <a:lnTo>
                  <a:pt x="8765921" y="8951032"/>
                </a:lnTo>
                <a:lnTo>
                  <a:pt x="0" y="89510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-1055" r="-1055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4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FAFAFA"/>
          </a:solidFill>
          <a:ln>
            <a:noFill/>
          </a:ln>
        </p:spPr>
      </p:sp>
      <p:sp>
        <p:nvSpPr>
          <p:cNvPr descr="preencoded.png" id="108" name="Google Shape;108;p14">
            <a:hlinkClick r:id="rId3"/>
          </p:cNvPr>
          <p:cNvSpPr/>
          <p:nvPr/>
        </p:nvSpPr>
        <p:spPr>
          <a:xfrm>
            <a:off x="16058359" y="9688982"/>
            <a:ext cx="2143697" cy="512064"/>
          </a:xfrm>
          <a:custGeom>
            <a:rect b="b" l="l" r="r" t="t"/>
            <a:pathLst>
              <a:path extrusionOk="0" h="682752" w="2858262">
                <a:moveTo>
                  <a:pt x="0" y="0"/>
                </a:moveTo>
                <a:lnTo>
                  <a:pt x="2858262" y="0"/>
                </a:lnTo>
                <a:lnTo>
                  <a:pt x="2858262" y="682752"/>
                </a:lnTo>
                <a:lnTo>
                  <a:pt x="0" y="6827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9" name="Google Shape;109;p14"/>
          <p:cNvSpPr/>
          <p:nvPr/>
        </p:nvSpPr>
        <p:spPr>
          <a:xfrm>
            <a:off x="11430000" y="0"/>
            <a:ext cx="6858000" cy="10287000"/>
          </a:xfrm>
          <a:custGeom>
            <a:rect b="b" l="l" r="r" t="t"/>
            <a:pathLst>
              <a:path extrusionOk="0" h="13716000" w="9144000">
                <a:moveTo>
                  <a:pt x="0" y="0"/>
                </a:moveTo>
                <a:lnTo>
                  <a:pt x="9144000" y="0"/>
                </a:lnTo>
                <a:lnTo>
                  <a:pt x="914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F2EEEE"/>
          </a:solidFill>
          <a:ln>
            <a:noFill/>
          </a:ln>
        </p:spPr>
      </p:sp>
      <p:sp>
        <p:nvSpPr>
          <p:cNvPr id="110" name="Google Shape;110;p14"/>
          <p:cNvSpPr/>
          <p:nvPr/>
        </p:nvSpPr>
        <p:spPr>
          <a:xfrm>
            <a:off x="11651918" y="1881107"/>
            <a:ext cx="6414178" cy="6497984"/>
          </a:xfrm>
          <a:custGeom>
            <a:rect b="b" l="l" r="r" t="t"/>
            <a:pathLst>
              <a:path extrusionOk="0" h="11788775" w="11636733">
                <a:moveTo>
                  <a:pt x="0" y="0"/>
                </a:moveTo>
                <a:lnTo>
                  <a:pt x="11636733" y="0"/>
                </a:lnTo>
                <a:lnTo>
                  <a:pt x="11636733" y="11788775"/>
                </a:lnTo>
                <a:lnTo>
                  <a:pt x="0" y="117887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-653" r="-653" t="0"/>
            </a:stretch>
          </a:blipFill>
          <a:ln>
            <a:noFill/>
          </a:ln>
        </p:spPr>
      </p:sp>
      <p:sp>
        <p:nvSpPr>
          <p:cNvPr id="111" name="Google Shape;111;p14"/>
          <p:cNvSpPr txBox="1"/>
          <p:nvPr/>
        </p:nvSpPr>
        <p:spPr>
          <a:xfrm>
            <a:off x="992238" y="751437"/>
            <a:ext cx="8462962" cy="7728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60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600" u="none" cap="none" strike="noStrike">
                <a:solidFill>
                  <a:srgbClr val="020202"/>
                </a:solidFill>
                <a:latin typeface="PT Serif"/>
                <a:ea typeface="PT Serif"/>
                <a:cs typeface="PT Serif"/>
                <a:sym typeface="PT Serif"/>
              </a:rPr>
              <a:t>About Ballistic Learning System</a:t>
            </a:r>
            <a:endParaRPr/>
          </a:p>
        </p:txBody>
      </p:sp>
      <p:sp>
        <p:nvSpPr>
          <p:cNvPr id="112" name="Google Shape;112;p14"/>
          <p:cNvSpPr txBox="1"/>
          <p:nvPr/>
        </p:nvSpPr>
        <p:spPr>
          <a:xfrm>
            <a:off x="992250" y="1739200"/>
            <a:ext cx="10437900" cy="139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71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99" u="none" cap="none" strike="noStrike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Ballistic is a leading provider of custom open-source learning solutions, delivering innovative and scalable digital learning platforms for over </a:t>
            </a:r>
            <a:r>
              <a:rPr b="1" i="0" lang="en-US" sz="2299" u="none" cap="none" strike="noStrike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20+ years</a:t>
            </a:r>
            <a:r>
              <a:rPr b="0" i="0" lang="en-US" sz="2299" u="none" cap="none" strike="noStrike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/>
          </a:p>
        </p:txBody>
      </p:sp>
      <p:sp>
        <p:nvSpPr>
          <p:cNvPr id="113" name="Google Shape;113;p14"/>
          <p:cNvSpPr/>
          <p:nvPr/>
        </p:nvSpPr>
        <p:spPr>
          <a:xfrm>
            <a:off x="992238" y="2653455"/>
            <a:ext cx="9445466" cy="1261014"/>
          </a:xfrm>
          <a:custGeom>
            <a:rect b="b" l="l" r="r" t="t"/>
            <a:pathLst>
              <a:path extrusionOk="0" h="1681353" w="12593955">
                <a:moveTo>
                  <a:pt x="0" y="45339"/>
                </a:moveTo>
                <a:cubicBezTo>
                  <a:pt x="0" y="20320"/>
                  <a:pt x="20320" y="0"/>
                  <a:pt x="45339" y="0"/>
                </a:cubicBezTo>
                <a:lnTo>
                  <a:pt x="12548616" y="0"/>
                </a:lnTo>
                <a:cubicBezTo>
                  <a:pt x="12573635" y="0"/>
                  <a:pt x="12593955" y="20320"/>
                  <a:pt x="12593955" y="45339"/>
                </a:cubicBezTo>
                <a:lnTo>
                  <a:pt x="12593955" y="1636014"/>
                </a:lnTo>
                <a:cubicBezTo>
                  <a:pt x="12593955" y="1661033"/>
                  <a:pt x="12573635" y="1681353"/>
                  <a:pt x="12548616" y="1681353"/>
                </a:cubicBezTo>
                <a:lnTo>
                  <a:pt x="45339" y="1681353"/>
                </a:lnTo>
                <a:cubicBezTo>
                  <a:pt x="20320" y="1681353"/>
                  <a:pt x="0" y="1661033"/>
                  <a:pt x="0" y="1636014"/>
                </a:cubicBezTo>
                <a:close/>
              </a:path>
            </a:pathLst>
          </a:custGeom>
          <a:solidFill>
            <a:srgbClr val="F2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14"/>
          <p:cNvSpPr txBox="1"/>
          <p:nvPr/>
        </p:nvSpPr>
        <p:spPr>
          <a:xfrm>
            <a:off x="1219048" y="2861224"/>
            <a:ext cx="2658814" cy="363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60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00" u="none" cap="none" strike="noStrike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300+ Global Projects</a:t>
            </a:r>
            <a:endParaRPr/>
          </a:p>
        </p:txBody>
      </p:sp>
      <p:sp>
        <p:nvSpPr>
          <p:cNvPr id="115" name="Google Shape;115;p14"/>
          <p:cNvSpPr txBox="1"/>
          <p:nvPr/>
        </p:nvSpPr>
        <p:spPr>
          <a:xfrm>
            <a:off x="1219048" y="3323034"/>
            <a:ext cx="8991895" cy="3646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Across education and enterprise sectors worldwide</a:t>
            </a:r>
            <a:endParaRPr/>
          </a:p>
        </p:txBody>
      </p:sp>
      <p:sp>
        <p:nvSpPr>
          <p:cNvPr id="116" name="Google Shape;116;p14"/>
          <p:cNvSpPr/>
          <p:nvPr/>
        </p:nvSpPr>
        <p:spPr>
          <a:xfrm>
            <a:off x="992238" y="4095902"/>
            <a:ext cx="9445466" cy="1261014"/>
          </a:xfrm>
          <a:custGeom>
            <a:rect b="b" l="l" r="r" t="t"/>
            <a:pathLst>
              <a:path extrusionOk="0" h="1681353" w="12593955">
                <a:moveTo>
                  <a:pt x="0" y="45339"/>
                </a:moveTo>
                <a:cubicBezTo>
                  <a:pt x="0" y="20320"/>
                  <a:pt x="20320" y="0"/>
                  <a:pt x="45339" y="0"/>
                </a:cubicBezTo>
                <a:lnTo>
                  <a:pt x="12548616" y="0"/>
                </a:lnTo>
                <a:cubicBezTo>
                  <a:pt x="12573635" y="0"/>
                  <a:pt x="12593955" y="20320"/>
                  <a:pt x="12593955" y="45339"/>
                </a:cubicBezTo>
                <a:lnTo>
                  <a:pt x="12593955" y="1636014"/>
                </a:lnTo>
                <a:cubicBezTo>
                  <a:pt x="12593955" y="1661033"/>
                  <a:pt x="12573635" y="1681353"/>
                  <a:pt x="12548616" y="1681353"/>
                </a:cubicBezTo>
                <a:lnTo>
                  <a:pt x="45339" y="1681353"/>
                </a:lnTo>
                <a:cubicBezTo>
                  <a:pt x="20320" y="1681353"/>
                  <a:pt x="0" y="1661033"/>
                  <a:pt x="0" y="1636014"/>
                </a:cubicBezTo>
                <a:close/>
              </a:path>
            </a:pathLst>
          </a:custGeom>
          <a:solidFill>
            <a:srgbClr val="F2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14"/>
          <p:cNvSpPr txBox="1"/>
          <p:nvPr/>
        </p:nvSpPr>
        <p:spPr>
          <a:xfrm>
            <a:off x="1219048" y="4303662"/>
            <a:ext cx="2977010" cy="3911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60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00" u="none" cap="none" strike="noStrike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End-to-End Solutions</a:t>
            </a:r>
            <a:endParaRPr/>
          </a:p>
        </p:txBody>
      </p:sp>
      <p:sp>
        <p:nvSpPr>
          <p:cNvPr id="118" name="Google Shape;118;p14"/>
          <p:cNvSpPr txBox="1"/>
          <p:nvPr/>
        </p:nvSpPr>
        <p:spPr>
          <a:xfrm>
            <a:off x="1219048" y="4765472"/>
            <a:ext cx="8991895" cy="3646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From strategy and development to deployment and beyond</a:t>
            </a:r>
            <a:endParaRPr/>
          </a:p>
        </p:txBody>
      </p:sp>
      <p:sp>
        <p:nvSpPr>
          <p:cNvPr id="119" name="Google Shape;119;p14"/>
          <p:cNvSpPr/>
          <p:nvPr/>
        </p:nvSpPr>
        <p:spPr>
          <a:xfrm>
            <a:off x="992238" y="5538340"/>
            <a:ext cx="9445466" cy="1261014"/>
          </a:xfrm>
          <a:custGeom>
            <a:rect b="b" l="l" r="r" t="t"/>
            <a:pathLst>
              <a:path extrusionOk="0" h="1681353" w="12593955">
                <a:moveTo>
                  <a:pt x="0" y="45339"/>
                </a:moveTo>
                <a:cubicBezTo>
                  <a:pt x="0" y="20320"/>
                  <a:pt x="20320" y="0"/>
                  <a:pt x="45339" y="0"/>
                </a:cubicBezTo>
                <a:lnTo>
                  <a:pt x="12548616" y="0"/>
                </a:lnTo>
                <a:cubicBezTo>
                  <a:pt x="12573635" y="0"/>
                  <a:pt x="12593955" y="20320"/>
                  <a:pt x="12593955" y="45339"/>
                </a:cubicBezTo>
                <a:lnTo>
                  <a:pt x="12593955" y="1636014"/>
                </a:lnTo>
                <a:cubicBezTo>
                  <a:pt x="12593955" y="1661033"/>
                  <a:pt x="12573635" y="1681353"/>
                  <a:pt x="12548616" y="1681353"/>
                </a:cubicBezTo>
                <a:lnTo>
                  <a:pt x="45339" y="1681353"/>
                </a:lnTo>
                <a:cubicBezTo>
                  <a:pt x="20320" y="1681353"/>
                  <a:pt x="0" y="1661033"/>
                  <a:pt x="0" y="1636014"/>
                </a:cubicBezTo>
                <a:close/>
              </a:path>
            </a:pathLst>
          </a:custGeom>
          <a:solidFill>
            <a:srgbClr val="F2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14"/>
          <p:cNvSpPr txBox="1"/>
          <p:nvPr/>
        </p:nvSpPr>
        <p:spPr>
          <a:xfrm>
            <a:off x="1219048" y="5746109"/>
            <a:ext cx="2977010" cy="3911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60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00" u="none" cap="none" strike="noStrike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User-Centric Design</a:t>
            </a:r>
            <a:endParaRPr/>
          </a:p>
        </p:txBody>
      </p:sp>
      <p:sp>
        <p:nvSpPr>
          <p:cNvPr id="121" name="Google Shape;121;p14"/>
          <p:cNvSpPr txBox="1"/>
          <p:nvPr/>
        </p:nvSpPr>
        <p:spPr>
          <a:xfrm>
            <a:off x="1219048" y="6207919"/>
            <a:ext cx="8991895" cy="3646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Personalised, engaging, and accessible learning experiences</a:t>
            </a:r>
            <a:endParaRPr/>
          </a:p>
        </p:txBody>
      </p:sp>
      <p:sp>
        <p:nvSpPr>
          <p:cNvPr id="122" name="Google Shape;122;p14"/>
          <p:cNvSpPr/>
          <p:nvPr/>
        </p:nvSpPr>
        <p:spPr>
          <a:xfrm>
            <a:off x="992238" y="6980787"/>
            <a:ext cx="9445466" cy="1261014"/>
          </a:xfrm>
          <a:custGeom>
            <a:rect b="b" l="l" r="r" t="t"/>
            <a:pathLst>
              <a:path extrusionOk="0" h="1681353" w="12593955">
                <a:moveTo>
                  <a:pt x="0" y="45339"/>
                </a:moveTo>
                <a:cubicBezTo>
                  <a:pt x="0" y="20320"/>
                  <a:pt x="20320" y="0"/>
                  <a:pt x="45339" y="0"/>
                </a:cubicBezTo>
                <a:lnTo>
                  <a:pt x="12548616" y="0"/>
                </a:lnTo>
                <a:cubicBezTo>
                  <a:pt x="12573635" y="0"/>
                  <a:pt x="12593955" y="20320"/>
                  <a:pt x="12593955" y="45339"/>
                </a:cubicBezTo>
                <a:lnTo>
                  <a:pt x="12593955" y="1636014"/>
                </a:lnTo>
                <a:cubicBezTo>
                  <a:pt x="12593955" y="1661033"/>
                  <a:pt x="12573635" y="1681353"/>
                  <a:pt x="12548616" y="1681353"/>
                </a:cubicBezTo>
                <a:lnTo>
                  <a:pt x="45339" y="1681353"/>
                </a:lnTo>
                <a:cubicBezTo>
                  <a:pt x="20320" y="1681353"/>
                  <a:pt x="0" y="1661033"/>
                  <a:pt x="0" y="1636014"/>
                </a:cubicBezTo>
                <a:close/>
              </a:path>
            </a:pathLst>
          </a:custGeom>
          <a:solidFill>
            <a:srgbClr val="F2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14"/>
          <p:cNvSpPr txBox="1"/>
          <p:nvPr/>
        </p:nvSpPr>
        <p:spPr>
          <a:xfrm>
            <a:off x="1219048" y="7188546"/>
            <a:ext cx="2977010" cy="3911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60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00" u="none" cap="none" strike="noStrike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Secure Ecosystems</a:t>
            </a:r>
            <a:endParaRPr/>
          </a:p>
        </p:txBody>
      </p:sp>
      <p:sp>
        <p:nvSpPr>
          <p:cNvPr id="124" name="Google Shape;124;p14"/>
          <p:cNvSpPr txBox="1"/>
          <p:nvPr/>
        </p:nvSpPr>
        <p:spPr>
          <a:xfrm>
            <a:off x="1219048" y="7650356"/>
            <a:ext cx="8991895" cy="3646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Scalable and fully integrated learning environments</a:t>
            </a:r>
            <a:endParaRPr/>
          </a:p>
        </p:txBody>
      </p:sp>
      <p:sp>
        <p:nvSpPr>
          <p:cNvPr id="125" name="Google Shape;125;p14"/>
          <p:cNvSpPr txBox="1"/>
          <p:nvPr/>
        </p:nvSpPr>
        <p:spPr>
          <a:xfrm>
            <a:off x="1332462" y="8611791"/>
            <a:ext cx="9105300" cy="6911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"Shaping how millions of learners log in, learn, pass, teach, and grow — building communities and impacting lives, especially towards </a:t>
            </a:r>
            <a:r>
              <a:rPr b="0" i="0" lang="en-US" sz="1700" u="none" cap="none" strike="noStrike">
                <a:solidFill>
                  <a:srgbClr val="E04F00"/>
                </a:solidFill>
                <a:latin typeface="DM Sans"/>
                <a:ea typeface="DM Sans"/>
                <a:cs typeface="DM Sans"/>
                <a:sym typeface="DM Sans"/>
              </a:rPr>
              <a:t>#ViksitBharat</a:t>
            </a:r>
            <a:r>
              <a:rPr b="0" i="0" lang="en-US" sz="1700" u="none" cap="none" strike="noStrike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."</a:t>
            </a:r>
            <a:endParaRPr/>
          </a:p>
        </p:txBody>
      </p:sp>
      <p:sp>
        <p:nvSpPr>
          <p:cNvPr id="126" name="Google Shape;126;p14"/>
          <p:cNvSpPr/>
          <p:nvPr/>
        </p:nvSpPr>
        <p:spPr>
          <a:xfrm>
            <a:off x="992238" y="8445846"/>
            <a:ext cx="28575" cy="1061180"/>
          </a:xfrm>
          <a:custGeom>
            <a:rect b="b" l="l" r="r" t="t"/>
            <a:pathLst>
              <a:path extrusionOk="0" h="1414907" w="38100">
                <a:moveTo>
                  <a:pt x="0" y="0"/>
                </a:moveTo>
                <a:lnTo>
                  <a:pt x="38100" y="0"/>
                </a:lnTo>
                <a:lnTo>
                  <a:pt x="38100" y="1414907"/>
                </a:lnTo>
                <a:lnTo>
                  <a:pt x="0" y="1414907"/>
                </a:lnTo>
                <a:close/>
              </a:path>
            </a:pathLst>
          </a:custGeom>
          <a:solidFill>
            <a:srgbClr val="E04F00"/>
          </a:solidFill>
          <a:ln>
            <a:noFill/>
          </a:ln>
        </p:spPr>
      </p:sp>
      <p:sp>
        <p:nvSpPr>
          <p:cNvPr id="127" name="Google Shape;127;p14"/>
          <p:cNvSpPr/>
          <p:nvPr/>
        </p:nvSpPr>
        <p:spPr>
          <a:xfrm>
            <a:off x="11571684" y="1786873"/>
            <a:ext cx="6574441" cy="6713274"/>
          </a:xfrm>
          <a:custGeom>
            <a:rect b="b" l="l" r="r" t="t"/>
            <a:pathLst>
              <a:path extrusionOk="0" h="8951032" w="8765921">
                <a:moveTo>
                  <a:pt x="0" y="0"/>
                </a:moveTo>
                <a:lnTo>
                  <a:pt x="8765921" y="0"/>
                </a:lnTo>
                <a:lnTo>
                  <a:pt x="8765921" y="8951032"/>
                </a:lnTo>
                <a:lnTo>
                  <a:pt x="0" y="89510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-1055" r="-1055" t="0"/>
            </a:stretch>
          </a:blipFill>
          <a:ln>
            <a:noFill/>
          </a:ln>
        </p:spPr>
      </p:sp>
      <p:sp>
        <p:nvSpPr>
          <p:cNvPr id="128" name="Google Shape;128;p14"/>
          <p:cNvSpPr/>
          <p:nvPr/>
        </p:nvSpPr>
        <p:spPr>
          <a:xfrm>
            <a:off x="16712866" y="288844"/>
            <a:ext cx="1165785" cy="1190403"/>
          </a:xfrm>
          <a:custGeom>
            <a:rect b="b" l="l" r="r" t="t"/>
            <a:pathLst>
              <a:path extrusionOk="0" h="8951032" w="8765921">
                <a:moveTo>
                  <a:pt x="0" y="0"/>
                </a:moveTo>
                <a:lnTo>
                  <a:pt x="8765921" y="0"/>
                </a:lnTo>
                <a:lnTo>
                  <a:pt x="8765921" y="8951032"/>
                </a:lnTo>
                <a:lnTo>
                  <a:pt x="0" y="89510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-1055" r="-1055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5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FAFAFA"/>
          </a:solidFill>
          <a:ln>
            <a:noFill/>
          </a:ln>
        </p:spPr>
      </p:sp>
      <p:sp>
        <p:nvSpPr>
          <p:cNvPr id="138" name="Google Shape;138;p15"/>
          <p:cNvSpPr txBox="1"/>
          <p:nvPr/>
        </p:nvSpPr>
        <p:spPr>
          <a:xfrm>
            <a:off x="992238" y="855469"/>
            <a:ext cx="6326238" cy="8193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65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900" u="none" cap="none" strike="noStrike">
                <a:solidFill>
                  <a:srgbClr val="020202"/>
                </a:solidFill>
                <a:latin typeface="PT Serif"/>
                <a:ea typeface="PT Serif"/>
                <a:cs typeface="PT Serif"/>
                <a:sym typeface="PT Serif"/>
              </a:rPr>
              <a:t>What BLS Does</a:t>
            </a:r>
            <a:endParaRPr/>
          </a:p>
        </p:txBody>
      </p:sp>
      <p:sp>
        <p:nvSpPr>
          <p:cNvPr id="139" name="Google Shape;139;p15"/>
          <p:cNvSpPr txBox="1"/>
          <p:nvPr/>
        </p:nvSpPr>
        <p:spPr>
          <a:xfrm>
            <a:off x="992238" y="2027187"/>
            <a:ext cx="16303523" cy="7703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Ballistic Learning System (BLS) delivers </a:t>
            </a:r>
            <a:r>
              <a:rPr b="1" i="0" lang="en-US" sz="1800" u="none" cap="none" strike="noStrike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end-to-end digital learning solutions</a:t>
            </a:r>
            <a:r>
              <a:rPr b="0" i="0" lang="en-US" sz="1800" u="none" cap="none" strike="noStrike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 that enhance education and training experiences across schools, universities, and enterprises.</a:t>
            </a:r>
            <a:endParaRPr/>
          </a:p>
        </p:txBody>
      </p:sp>
      <p:sp>
        <p:nvSpPr>
          <p:cNvPr descr="preencoded.png" id="140" name="Google Shape;140;p15"/>
          <p:cNvSpPr/>
          <p:nvPr/>
        </p:nvSpPr>
        <p:spPr>
          <a:xfrm>
            <a:off x="992238" y="3027912"/>
            <a:ext cx="602456" cy="602456"/>
          </a:xfrm>
          <a:custGeom>
            <a:rect b="b" l="l" r="r" t="t"/>
            <a:pathLst>
              <a:path extrusionOk="0" h="602456" w="602456">
                <a:moveTo>
                  <a:pt x="0" y="0"/>
                </a:moveTo>
                <a:lnTo>
                  <a:pt x="602457" y="0"/>
                </a:lnTo>
                <a:lnTo>
                  <a:pt x="602457" y="602456"/>
                </a:lnTo>
                <a:lnTo>
                  <a:pt x="0" y="60245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15625" r="-15625" t="0"/>
            </a:stretch>
          </a:blipFill>
          <a:ln>
            <a:noFill/>
          </a:ln>
        </p:spPr>
      </p:sp>
      <p:sp>
        <p:nvSpPr>
          <p:cNvPr id="141" name="Google Shape;141;p15"/>
          <p:cNvSpPr txBox="1"/>
          <p:nvPr/>
        </p:nvSpPr>
        <p:spPr>
          <a:xfrm>
            <a:off x="992238" y="3867302"/>
            <a:ext cx="3163043" cy="4143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1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LMS Development</a:t>
            </a:r>
            <a:endParaRPr/>
          </a:p>
        </p:txBody>
      </p:sp>
      <p:sp>
        <p:nvSpPr>
          <p:cNvPr id="142" name="Google Shape;142;p15"/>
          <p:cNvSpPr txBox="1"/>
          <p:nvPr/>
        </p:nvSpPr>
        <p:spPr>
          <a:xfrm>
            <a:off x="992238" y="4347267"/>
            <a:ext cx="8023774" cy="7703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Develops and customises Learning Management Systems tailored to your needs</a:t>
            </a:r>
            <a:endParaRPr/>
          </a:p>
        </p:txBody>
      </p:sp>
      <p:sp>
        <p:nvSpPr>
          <p:cNvPr descr="preencoded.png" id="143" name="Google Shape;143;p15"/>
          <p:cNvSpPr/>
          <p:nvPr/>
        </p:nvSpPr>
        <p:spPr>
          <a:xfrm>
            <a:off x="9271987" y="3027912"/>
            <a:ext cx="602456" cy="602456"/>
          </a:xfrm>
          <a:custGeom>
            <a:rect b="b" l="l" r="r" t="t"/>
            <a:pathLst>
              <a:path extrusionOk="0" h="602456" w="602456">
                <a:moveTo>
                  <a:pt x="0" y="0"/>
                </a:moveTo>
                <a:lnTo>
                  <a:pt x="602457" y="0"/>
                </a:lnTo>
                <a:lnTo>
                  <a:pt x="602457" y="602456"/>
                </a:lnTo>
                <a:lnTo>
                  <a:pt x="0" y="60245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26563" l="0" r="0" t="-26563"/>
            </a:stretch>
          </a:blipFill>
          <a:ln>
            <a:noFill/>
          </a:ln>
        </p:spPr>
      </p:sp>
      <p:sp>
        <p:nvSpPr>
          <p:cNvPr id="144" name="Google Shape;144;p15"/>
          <p:cNvSpPr txBox="1"/>
          <p:nvPr/>
        </p:nvSpPr>
        <p:spPr>
          <a:xfrm>
            <a:off x="9271987" y="3867302"/>
            <a:ext cx="3163043" cy="4143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1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Engaging Experiences</a:t>
            </a:r>
            <a:endParaRPr/>
          </a:p>
        </p:txBody>
      </p:sp>
      <p:sp>
        <p:nvSpPr>
          <p:cNvPr id="145" name="Google Shape;145;p15"/>
          <p:cNvSpPr txBox="1"/>
          <p:nvPr/>
        </p:nvSpPr>
        <p:spPr>
          <a:xfrm>
            <a:off x="9271987" y="4347267"/>
            <a:ext cx="8023774" cy="413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Mobile apps, virtual classrooms, and gamification for immersive learning</a:t>
            </a:r>
            <a:endParaRPr/>
          </a:p>
        </p:txBody>
      </p:sp>
      <p:sp>
        <p:nvSpPr>
          <p:cNvPr descr="preencoded.png" id="146" name="Google Shape;146;p15"/>
          <p:cNvSpPr/>
          <p:nvPr/>
        </p:nvSpPr>
        <p:spPr>
          <a:xfrm>
            <a:off x="992238" y="5527177"/>
            <a:ext cx="602456" cy="602456"/>
          </a:xfrm>
          <a:custGeom>
            <a:rect b="b" l="l" r="r" t="t"/>
            <a:pathLst>
              <a:path extrusionOk="0" h="602456" w="602456">
                <a:moveTo>
                  <a:pt x="0" y="0"/>
                </a:moveTo>
                <a:lnTo>
                  <a:pt x="602457" y="0"/>
                </a:lnTo>
                <a:lnTo>
                  <a:pt x="602457" y="602456"/>
                </a:lnTo>
                <a:lnTo>
                  <a:pt x="0" y="60245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781" l="0" r="0" t="-781"/>
            </a:stretch>
          </a:blipFill>
          <a:ln>
            <a:noFill/>
          </a:ln>
        </p:spPr>
      </p:sp>
      <p:sp>
        <p:nvSpPr>
          <p:cNvPr id="147" name="Google Shape;147;p15"/>
          <p:cNvSpPr txBox="1"/>
          <p:nvPr/>
        </p:nvSpPr>
        <p:spPr>
          <a:xfrm>
            <a:off x="992238" y="6366567"/>
            <a:ext cx="3163043" cy="4143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1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Platform Integration</a:t>
            </a:r>
            <a:endParaRPr/>
          </a:p>
        </p:txBody>
      </p:sp>
      <p:sp>
        <p:nvSpPr>
          <p:cNvPr id="148" name="Google Shape;148;p15"/>
          <p:cNvSpPr txBox="1"/>
          <p:nvPr/>
        </p:nvSpPr>
        <p:spPr>
          <a:xfrm>
            <a:off x="992238" y="6846541"/>
            <a:ext cx="8023774" cy="413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Connects with CRM, AI tools, and conferencing systems seamlessly</a:t>
            </a:r>
            <a:endParaRPr/>
          </a:p>
        </p:txBody>
      </p:sp>
      <p:sp>
        <p:nvSpPr>
          <p:cNvPr descr="preencoded.png" id="149" name="Google Shape;149;p15"/>
          <p:cNvSpPr/>
          <p:nvPr/>
        </p:nvSpPr>
        <p:spPr>
          <a:xfrm>
            <a:off x="9271987" y="5527177"/>
            <a:ext cx="602456" cy="602456"/>
          </a:xfrm>
          <a:custGeom>
            <a:rect b="b" l="l" r="r" t="t"/>
            <a:pathLst>
              <a:path extrusionOk="0" h="602456" w="602456">
                <a:moveTo>
                  <a:pt x="0" y="0"/>
                </a:moveTo>
                <a:lnTo>
                  <a:pt x="602457" y="0"/>
                </a:lnTo>
                <a:lnTo>
                  <a:pt x="602457" y="602456"/>
                </a:lnTo>
                <a:lnTo>
                  <a:pt x="0" y="60245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-781" r="-781" t="0"/>
            </a:stretch>
          </a:blipFill>
          <a:ln>
            <a:noFill/>
          </a:ln>
        </p:spPr>
      </p:sp>
      <p:sp>
        <p:nvSpPr>
          <p:cNvPr id="150" name="Google Shape;150;p15"/>
          <p:cNvSpPr txBox="1"/>
          <p:nvPr/>
        </p:nvSpPr>
        <p:spPr>
          <a:xfrm>
            <a:off x="9271987" y="6366567"/>
            <a:ext cx="3163043" cy="4143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1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Analytics &amp; Reporting</a:t>
            </a:r>
            <a:endParaRPr/>
          </a:p>
        </p:txBody>
      </p:sp>
      <p:sp>
        <p:nvSpPr>
          <p:cNvPr id="151" name="Google Shape;151;p15"/>
          <p:cNvSpPr txBox="1"/>
          <p:nvPr/>
        </p:nvSpPr>
        <p:spPr>
          <a:xfrm>
            <a:off x="9271987" y="6846541"/>
            <a:ext cx="8023774" cy="413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Learning analytics for performance insights and data-driven decisions</a:t>
            </a:r>
            <a:endParaRPr/>
          </a:p>
        </p:txBody>
      </p:sp>
      <p:sp>
        <p:nvSpPr>
          <p:cNvPr descr="preencoded.png" id="152" name="Google Shape;152;p15"/>
          <p:cNvSpPr/>
          <p:nvPr/>
        </p:nvSpPr>
        <p:spPr>
          <a:xfrm>
            <a:off x="992238" y="7669854"/>
            <a:ext cx="602456" cy="602456"/>
          </a:xfrm>
          <a:custGeom>
            <a:rect b="b" l="l" r="r" t="t"/>
            <a:pathLst>
              <a:path extrusionOk="0" h="602456" w="602456">
                <a:moveTo>
                  <a:pt x="0" y="0"/>
                </a:moveTo>
                <a:lnTo>
                  <a:pt x="602457" y="0"/>
                </a:lnTo>
                <a:lnTo>
                  <a:pt x="602457" y="602456"/>
                </a:lnTo>
                <a:lnTo>
                  <a:pt x="0" y="60245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-21093" r="-21093" t="0"/>
            </a:stretch>
          </a:blipFill>
          <a:ln>
            <a:noFill/>
          </a:ln>
        </p:spPr>
      </p:sp>
      <p:sp>
        <p:nvSpPr>
          <p:cNvPr id="153" name="Google Shape;153;p15"/>
          <p:cNvSpPr txBox="1"/>
          <p:nvPr/>
        </p:nvSpPr>
        <p:spPr>
          <a:xfrm>
            <a:off x="992238" y="8509244"/>
            <a:ext cx="3163043" cy="4143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1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Secure Hosting</a:t>
            </a:r>
            <a:endParaRPr/>
          </a:p>
        </p:txBody>
      </p:sp>
      <p:sp>
        <p:nvSpPr>
          <p:cNvPr id="154" name="Google Shape;154;p15"/>
          <p:cNvSpPr txBox="1"/>
          <p:nvPr/>
        </p:nvSpPr>
        <p:spPr>
          <a:xfrm>
            <a:off x="992238" y="8989219"/>
            <a:ext cx="8023774" cy="413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Cloud and on-premise hosting solutions that are secure and scalable</a:t>
            </a:r>
            <a:endParaRPr/>
          </a:p>
        </p:txBody>
      </p:sp>
      <p:sp>
        <p:nvSpPr>
          <p:cNvPr descr="preencoded.png" id="155" name="Google Shape;155;p15"/>
          <p:cNvSpPr/>
          <p:nvPr/>
        </p:nvSpPr>
        <p:spPr>
          <a:xfrm>
            <a:off x="9271987" y="7669854"/>
            <a:ext cx="602456" cy="602456"/>
          </a:xfrm>
          <a:custGeom>
            <a:rect b="b" l="l" r="r" t="t"/>
            <a:pathLst>
              <a:path extrusionOk="0" h="602456" w="602456">
                <a:moveTo>
                  <a:pt x="0" y="0"/>
                </a:moveTo>
                <a:lnTo>
                  <a:pt x="602457" y="0"/>
                </a:lnTo>
                <a:lnTo>
                  <a:pt x="602457" y="602456"/>
                </a:lnTo>
                <a:lnTo>
                  <a:pt x="0" y="60245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-27342" l="0" r="0" t="-27342"/>
            </a:stretch>
          </a:blipFill>
          <a:ln>
            <a:noFill/>
          </a:ln>
        </p:spPr>
      </p:sp>
      <p:sp>
        <p:nvSpPr>
          <p:cNvPr id="156" name="Google Shape;156;p15"/>
          <p:cNvSpPr txBox="1"/>
          <p:nvPr/>
        </p:nvSpPr>
        <p:spPr>
          <a:xfrm>
            <a:off x="9271987" y="8509244"/>
            <a:ext cx="3227194" cy="4143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1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Digital Transformation</a:t>
            </a:r>
            <a:endParaRPr/>
          </a:p>
        </p:txBody>
      </p:sp>
      <p:sp>
        <p:nvSpPr>
          <p:cNvPr id="157" name="Google Shape;157;p15"/>
          <p:cNvSpPr txBox="1"/>
          <p:nvPr/>
        </p:nvSpPr>
        <p:spPr>
          <a:xfrm>
            <a:off x="9271987" y="8989219"/>
            <a:ext cx="8023774" cy="413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Supports transformation for schools, universities, and enterprises</a:t>
            </a:r>
            <a:endParaRPr/>
          </a:p>
        </p:txBody>
      </p:sp>
      <p:sp>
        <p:nvSpPr>
          <p:cNvPr id="158" name="Google Shape;158;p15"/>
          <p:cNvSpPr/>
          <p:nvPr/>
        </p:nvSpPr>
        <p:spPr>
          <a:xfrm>
            <a:off x="16712866" y="288844"/>
            <a:ext cx="1165785" cy="1190403"/>
          </a:xfrm>
          <a:custGeom>
            <a:rect b="b" l="l" r="r" t="t"/>
            <a:pathLst>
              <a:path extrusionOk="0" h="8951032" w="8765921">
                <a:moveTo>
                  <a:pt x="0" y="0"/>
                </a:moveTo>
                <a:lnTo>
                  <a:pt x="8765921" y="0"/>
                </a:lnTo>
                <a:lnTo>
                  <a:pt x="8765921" y="8951032"/>
                </a:lnTo>
                <a:lnTo>
                  <a:pt x="0" y="89510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-1055" r="-1055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6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FAFAFA"/>
          </a:solidFill>
          <a:ln>
            <a:noFill/>
          </a:ln>
        </p:spPr>
      </p:sp>
      <p:sp>
        <p:nvSpPr>
          <p:cNvPr id="168" name="Google Shape;168;p16"/>
          <p:cNvSpPr txBox="1"/>
          <p:nvPr/>
        </p:nvSpPr>
        <p:spPr>
          <a:xfrm>
            <a:off x="635641" y="487413"/>
            <a:ext cx="4768005" cy="6151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3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700" u="none" cap="none" strike="noStrike">
                <a:solidFill>
                  <a:srgbClr val="020202"/>
                </a:solidFill>
                <a:latin typeface="PT Serif"/>
                <a:ea typeface="PT Serif"/>
                <a:cs typeface="PT Serif"/>
                <a:sym typeface="PT Serif"/>
              </a:rPr>
              <a:t>Quick Start</a:t>
            </a:r>
            <a:endParaRPr/>
          </a:p>
        </p:txBody>
      </p:sp>
      <p:sp>
        <p:nvSpPr>
          <p:cNvPr id="169" name="Google Shape;169;p16"/>
          <p:cNvSpPr txBox="1"/>
          <p:nvPr/>
        </p:nvSpPr>
        <p:spPr>
          <a:xfrm>
            <a:off x="635641" y="1316088"/>
            <a:ext cx="17016708" cy="2573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66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99" u="none" cap="none" strike="noStrike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Get started with Ballistic Learning System (BLS) quickly and efficiently — from setup to deployment, BLS ensures a </a:t>
            </a:r>
            <a:r>
              <a:rPr b="1" i="0" lang="en-US" sz="1399" u="none" cap="none" strike="noStrike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seamless and scalable learning experience</a:t>
            </a:r>
            <a:r>
              <a:rPr b="0" i="0" lang="en-US" sz="1399" u="none" cap="none" strike="noStrike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/>
          </a:p>
        </p:txBody>
      </p:sp>
      <p:sp>
        <p:nvSpPr>
          <p:cNvPr descr="preencoded.png" id="170" name="Google Shape;170;p16"/>
          <p:cNvSpPr/>
          <p:nvPr/>
        </p:nvSpPr>
        <p:spPr>
          <a:xfrm>
            <a:off x="750263" y="1704232"/>
            <a:ext cx="17016698" cy="7350157"/>
          </a:xfrm>
          <a:custGeom>
            <a:rect b="b" l="l" r="r" t="t"/>
            <a:pathLst>
              <a:path extrusionOk="0" h="9800209" w="22688931">
                <a:moveTo>
                  <a:pt x="0" y="0"/>
                </a:moveTo>
                <a:lnTo>
                  <a:pt x="22688931" y="0"/>
                </a:lnTo>
                <a:lnTo>
                  <a:pt x="22688931" y="9800209"/>
                </a:lnTo>
                <a:lnTo>
                  <a:pt x="0" y="980020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8" l="0" r="0" t="-8"/>
            </a:stretch>
          </a:blipFill>
          <a:ln>
            <a:noFill/>
          </a:ln>
        </p:spPr>
      </p:sp>
      <p:sp>
        <p:nvSpPr>
          <p:cNvPr id="171" name="Google Shape;171;p16"/>
          <p:cNvSpPr txBox="1"/>
          <p:nvPr/>
        </p:nvSpPr>
        <p:spPr>
          <a:xfrm>
            <a:off x="4696330" y="6366300"/>
            <a:ext cx="2526640" cy="9854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Platform Setup</a:t>
            </a:r>
            <a:endParaRPr/>
          </a:p>
        </p:txBody>
      </p:sp>
      <p:sp>
        <p:nvSpPr>
          <p:cNvPr id="172" name="Google Shape;172;p16"/>
          <p:cNvSpPr txBox="1"/>
          <p:nvPr/>
        </p:nvSpPr>
        <p:spPr>
          <a:xfrm>
            <a:off x="4696330" y="7520721"/>
            <a:ext cx="2526640" cy="8676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00" u="none" cap="none" strike="noStrike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Configure and customise the LMS</a:t>
            </a:r>
            <a:endParaRPr/>
          </a:p>
        </p:txBody>
      </p:sp>
      <p:sp>
        <p:nvSpPr>
          <p:cNvPr id="173" name="Google Shape;173;p16"/>
          <p:cNvSpPr txBox="1"/>
          <p:nvPr/>
        </p:nvSpPr>
        <p:spPr>
          <a:xfrm>
            <a:off x="11184103" y="5918075"/>
            <a:ext cx="25266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20202"/>
                </a:solidFill>
                <a:latin typeface="PT Serif"/>
                <a:ea typeface="PT Serif"/>
                <a:cs typeface="PT Serif"/>
                <a:sym typeface="PT Serif"/>
              </a:rPr>
              <a:t>Upload Content</a:t>
            </a:r>
            <a:endParaRPr/>
          </a:p>
        </p:txBody>
      </p:sp>
      <p:sp>
        <p:nvSpPr>
          <p:cNvPr id="174" name="Google Shape;174;p16"/>
          <p:cNvSpPr txBox="1"/>
          <p:nvPr/>
        </p:nvSpPr>
        <p:spPr>
          <a:xfrm>
            <a:off x="11184100" y="7197925"/>
            <a:ext cx="26439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00" u="none" cap="none" strike="noStrike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Add SCORM-complia</a:t>
            </a:r>
            <a:r>
              <a:rPr lang="en-US" sz="2300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n</a:t>
            </a:r>
            <a:r>
              <a:rPr b="0" i="0" lang="en-US" sz="2300" u="none" cap="none" strike="noStrike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t learning materials</a:t>
            </a:r>
            <a:endParaRPr/>
          </a:p>
        </p:txBody>
      </p:sp>
      <p:sp>
        <p:nvSpPr>
          <p:cNvPr id="175" name="Google Shape;175;p16"/>
          <p:cNvSpPr txBox="1"/>
          <p:nvPr/>
        </p:nvSpPr>
        <p:spPr>
          <a:xfrm>
            <a:off x="1460497" y="2348417"/>
            <a:ext cx="2526640" cy="5022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Define Goals</a:t>
            </a:r>
            <a:endParaRPr/>
          </a:p>
        </p:txBody>
      </p:sp>
      <p:sp>
        <p:nvSpPr>
          <p:cNvPr id="176" name="Google Shape;176;p16"/>
          <p:cNvSpPr txBox="1"/>
          <p:nvPr/>
        </p:nvSpPr>
        <p:spPr>
          <a:xfrm>
            <a:off x="1460497" y="3019644"/>
            <a:ext cx="2526640" cy="8676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00" u="none" cap="none" strike="noStrike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Set learning objectives and requirements</a:t>
            </a:r>
            <a:endParaRPr/>
          </a:p>
        </p:txBody>
      </p:sp>
      <p:sp>
        <p:nvSpPr>
          <p:cNvPr id="177" name="Google Shape;177;p16"/>
          <p:cNvSpPr txBox="1"/>
          <p:nvPr/>
        </p:nvSpPr>
        <p:spPr>
          <a:xfrm>
            <a:off x="14323552" y="2348417"/>
            <a:ext cx="2526640" cy="9854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Onboard Users</a:t>
            </a:r>
            <a:endParaRPr/>
          </a:p>
        </p:txBody>
      </p:sp>
      <p:sp>
        <p:nvSpPr>
          <p:cNvPr id="178" name="Google Shape;178;p16"/>
          <p:cNvSpPr txBox="1"/>
          <p:nvPr/>
        </p:nvSpPr>
        <p:spPr>
          <a:xfrm>
            <a:off x="14323552" y="3502838"/>
            <a:ext cx="2526640" cy="8676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00" u="none" cap="none" strike="noStrike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Assign roles and access for learners</a:t>
            </a:r>
            <a:endParaRPr/>
          </a:p>
        </p:txBody>
      </p:sp>
      <p:sp>
        <p:nvSpPr>
          <p:cNvPr id="179" name="Google Shape;179;p16"/>
          <p:cNvSpPr txBox="1"/>
          <p:nvPr/>
        </p:nvSpPr>
        <p:spPr>
          <a:xfrm>
            <a:off x="7980483" y="2348417"/>
            <a:ext cx="2526640" cy="5022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20202"/>
                </a:solidFill>
                <a:latin typeface="PT Serif"/>
                <a:ea typeface="PT Serif"/>
                <a:cs typeface="PT Serif"/>
                <a:sym typeface="PT Serif"/>
              </a:rPr>
              <a:t>Integrations</a:t>
            </a:r>
            <a:endParaRPr/>
          </a:p>
        </p:txBody>
      </p:sp>
      <p:sp>
        <p:nvSpPr>
          <p:cNvPr id="180" name="Google Shape;180;p16"/>
          <p:cNvSpPr txBox="1"/>
          <p:nvPr/>
        </p:nvSpPr>
        <p:spPr>
          <a:xfrm>
            <a:off x="7980483" y="3019644"/>
            <a:ext cx="2526640" cy="8676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00" u="none" cap="none" strike="noStrike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Connect CRM, video, and analytics</a:t>
            </a:r>
            <a:endParaRPr/>
          </a:p>
        </p:txBody>
      </p:sp>
      <p:sp>
        <p:nvSpPr>
          <p:cNvPr id="181" name="Google Shape;181;p16"/>
          <p:cNvSpPr/>
          <p:nvPr/>
        </p:nvSpPr>
        <p:spPr>
          <a:xfrm>
            <a:off x="635641" y="9185224"/>
            <a:ext cx="17016698" cy="595312"/>
          </a:xfrm>
          <a:custGeom>
            <a:rect b="b" l="l" r="r" t="t"/>
            <a:pathLst>
              <a:path extrusionOk="0" h="793750" w="22688931">
                <a:moveTo>
                  <a:pt x="0" y="36322"/>
                </a:moveTo>
                <a:cubicBezTo>
                  <a:pt x="0" y="16256"/>
                  <a:pt x="16256" y="0"/>
                  <a:pt x="36322" y="0"/>
                </a:cubicBezTo>
                <a:lnTo>
                  <a:pt x="22652610" y="0"/>
                </a:lnTo>
                <a:cubicBezTo>
                  <a:pt x="22672675" y="0"/>
                  <a:pt x="22688931" y="16256"/>
                  <a:pt x="22688931" y="36322"/>
                </a:cubicBezTo>
                <a:lnTo>
                  <a:pt x="22688931" y="757428"/>
                </a:lnTo>
                <a:cubicBezTo>
                  <a:pt x="22688931" y="777494"/>
                  <a:pt x="22672675" y="793750"/>
                  <a:pt x="22652610" y="793750"/>
                </a:cubicBezTo>
                <a:lnTo>
                  <a:pt x="36322" y="793750"/>
                </a:lnTo>
                <a:cubicBezTo>
                  <a:pt x="16256" y="793750"/>
                  <a:pt x="0" y="777494"/>
                  <a:pt x="0" y="757428"/>
                </a:cubicBezTo>
                <a:close/>
              </a:path>
            </a:pathLst>
          </a:custGeom>
          <a:solidFill>
            <a:srgbClr val="B6FC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descr="preencoded.png" id="182" name="Google Shape;182;p16"/>
          <p:cNvSpPr/>
          <p:nvPr/>
        </p:nvSpPr>
        <p:spPr>
          <a:xfrm>
            <a:off x="817216" y="9434217"/>
            <a:ext cx="226981" cy="181547"/>
          </a:xfrm>
          <a:custGeom>
            <a:rect b="b" l="l" r="r" t="t"/>
            <a:pathLst>
              <a:path extrusionOk="0" h="242062" w="302641">
                <a:moveTo>
                  <a:pt x="0" y="0"/>
                </a:moveTo>
                <a:lnTo>
                  <a:pt x="302641" y="0"/>
                </a:lnTo>
                <a:lnTo>
                  <a:pt x="302641" y="242062"/>
                </a:lnTo>
                <a:lnTo>
                  <a:pt x="0" y="2420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10" l="-524" r="-520" t="0"/>
            </a:stretch>
          </a:blipFill>
          <a:ln>
            <a:noFill/>
          </a:ln>
        </p:spPr>
      </p:sp>
      <p:sp>
        <p:nvSpPr>
          <p:cNvPr id="183" name="Google Shape;183;p16"/>
          <p:cNvSpPr txBox="1"/>
          <p:nvPr/>
        </p:nvSpPr>
        <p:spPr>
          <a:xfrm>
            <a:off x="1225744" y="9327804"/>
            <a:ext cx="16245040" cy="2573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66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99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From setup to deployment, BLS ensures a seamless and scalable learning experience for every organisation.</a:t>
            </a:r>
            <a:endParaRPr/>
          </a:p>
        </p:txBody>
      </p:sp>
      <p:sp>
        <p:nvSpPr>
          <p:cNvPr id="184" name="Google Shape;184;p16"/>
          <p:cNvSpPr/>
          <p:nvPr/>
        </p:nvSpPr>
        <p:spPr>
          <a:xfrm>
            <a:off x="16712866" y="288844"/>
            <a:ext cx="1165785" cy="1190403"/>
          </a:xfrm>
          <a:custGeom>
            <a:rect b="b" l="l" r="r" t="t"/>
            <a:pathLst>
              <a:path extrusionOk="0" h="8951032" w="8765921">
                <a:moveTo>
                  <a:pt x="0" y="0"/>
                </a:moveTo>
                <a:lnTo>
                  <a:pt x="8765921" y="0"/>
                </a:lnTo>
                <a:lnTo>
                  <a:pt x="8765921" y="8951032"/>
                </a:lnTo>
                <a:lnTo>
                  <a:pt x="0" y="89510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-1055" r="-1055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7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FAFAFA"/>
          </a:solidFill>
          <a:ln>
            <a:noFill/>
          </a:ln>
        </p:spPr>
      </p:sp>
      <p:sp>
        <p:nvSpPr>
          <p:cNvPr descr="preencoded.png" id="194" name="Google Shape;194;p17">
            <a:hlinkClick r:id="rId3"/>
          </p:cNvPr>
          <p:cNvSpPr/>
          <p:nvPr/>
        </p:nvSpPr>
        <p:spPr>
          <a:xfrm>
            <a:off x="16058359" y="9688982"/>
            <a:ext cx="2143697" cy="512064"/>
          </a:xfrm>
          <a:custGeom>
            <a:rect b="b" l="l" r="r" t="t"/>
            <a:pathLst>
              <a:path extrusionOk="0" h="682752" w="2858262">
                <a:moveTo>
                  <a:pt x="0" y="0"/>
                </a:moveTo>
                <a:lnTo>
                  <a:pt x="2858262" y="0"/>
                </a:lnTo>
                <a:lnTo>
                  <a:pt x="2858262" y="682752"/>
                </a:lnTo>
                <a:lnTo>
                  <a:pt x="0" y="6827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5" name="Google Shape;195;p17"/>
          <p:cNvSpPr/>
          <p:nvPr/>
        </p:nvSpPr>
        <p:spPr>
          <a:xfrm>
            <a:off x="11430000" y="0"/>
            <a:ext cx="6858000" cy="10287000"/>
          </a:xfrm>
          <a:custGeom>
            <a:rect b="b" l="l" r="r" t="t"/>
            <a:pathLst>
              <a:path extrusionOk="0" h="13716000" w="9144000">
                <a:moveTo>
                  <a:pt x="0" y="0"/>
                </a:moveTo>
                <a:lnTo>
                  <a:pt x="9144000" y="0"/>
                </a:lnTo>
                <a:lnTo>
                  <a:pt x="914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F2EEEE"/>
          </a:solidFill>
          <a:ln>
            <a:noFill/>
          </a:ln>
        </p:spPr>
      </p:sp>
      <p:sp>
        <p:nvSpPr>
          <p:cNvPr descr="preencoded.png" id="196" name="Google Shape;196;p17"/>
          <p:cNvSpPr/>
          <p:nvPr/>
        </p:nvSpPr>
        <p:spPr>
          <a:xfrm>
            <a:off x="11536261" y="713184"/>
            <a:ext cx="6645497" cy="8860631"/>
          </a:xfrm>
          <a:custGeom>
            <a:rect b="b" l="l" r="r" t="t"/>
            <a:pathLst>
              <a:path extrusionOk="0" h="11814175" w="8860663">
                <a:moveTo>
                  <a:pt x="0" y="0"/>
                </a:moveTo>
                <a:lnTo>
                  <a:pt x="8860663" y="0"/>
                </a:lnTo>
                <a:lnTo>
                  <a:pt x="8860663" y="11814175"/>
                </a:lnTo>
                <a:lnTo>
                  <a:pt x="0" y="118141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31" l="0" r="0" t="-31"/>
            </a:stretch>
          </a:blipFill>
          <a:ln>
            <a:noFill/>
          </a:ln>
        </p:spPr>
      </p:sp>
      <p:sp>
        <p:nvSpPr>
          <p:cNvPr id="197" name="Google Shape;197;p17"/>
          <p:cNvSpPr txBox="1"/>
          <p:nvPr/>
        </p:nvSpPr>
        <p:spPr>
          <a:xfrm>
            <a:off x="992238" y="975274"/>
            <a:ext cx="5697741" cy="7262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300" u="none" cap="none" strike="noStrike">
                <a:solidFill>
                  <a:srgbClr val="020202"/>
                </a:solidFill>
                <a:latin typeface="PT Serif"/>
                <a:ea typeface="PT Serif"/>
                <a:cs typeface="PT Serif"/>
                <a:sym typeface="PT Serif"/>
              </a:rPr>
              <a:t>Digital Transformation</a:t>
            </a:r>
            <a:endParaRPr/>
          </a:p>
        </p:txBody>
      </p:sp>
      <p:sp>
        <p:nvSpPr>
          <p:cNvPr id="198" name="Google Shape;198;p17"/>
          <p:cNvSpPr txBox="1"/>
          <p:nvPr/>
        </p:nvSpPr>
        <p:spPr>
          <a:xfrm>
            <a:off x="992238" y="1893094"/>
            <a:ext cx="9445523" cy="642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Ballistic Learning System (BLS) drives digital transformation by integrating technology into learning ecosystems for </a:t>
            </a:r>
            <a:r>
              <a:rPr b="1" i="0" lang="en-US" sz="1600" u="none" cap="none" strike="noStrike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smarter, scalable, and efficient education</a:t>
            </a:r>
            <a:r>
              <a:rPr b="0" i="0" lang="en-US" sz="1600" u="none" cap="none" strike="noStrike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/>
          </a:p>
        </p:txBody>
      </p:sp>
      <p:grpSp>
        <p:nvGrpSpPr>
          <p:cNvPr id="199" name="Google Shape;199;p17"/>
          <p:cNvGrpSpPr/>
          <p:nvPr/>
        </p:nvGrpSpPr>
        <p:grpSpPr>
          <a:xfrm>
            <a:off x="977951" y="2880417"/>
            <a:ext cx="4491990" cy="1614202"/>
            <a:chOff x="0" y="0"/>
            <a:chExt cx="5989320" cy="2152269"/>
          </a:xfrm>
        </p:grpSpPr>
        <p:sp>
          <p:nvSpPr>
            <p:cNvPr id="200" name="Google Shape;200;p17"/>
            <p:cNvSpPr/>
            <p:nvPr/>
          </p:nvSpPr>
          <p:spPr>
            <a:xfrm>
              <a:off x="19050" y="19050"/>
              <a:ext cx="5951220" cy="2114169"/>
            </a:xfrm>
            <a:custGeom>
              <a:rect b="b" l="l" r="r" t="t"/>
              <a:pathLst>
                <a:path extrusionOk="0" h="2114169" w="5951220">
                  <a:moveTo>
                    <a:pt x="0" y="182880"/>
                  </a:moveTo>
                  <a:cubicBezTo>
                    <a:pt x="0" y="81915"/>
                    <a:pt x="82804" y="0"/>
                    <a:pt x="185039" y="0"/>
                  </a:cubicBezTo>
                  <a:lnTo>
                    <a:pt x="5766181" y="0"/>
                  </a:lnTo>
                  <a:cubicBezTo>
                    <a:pt x="5868289" y="0"/>
                    <a:pt x="5951220" y="81915"/>
                    <a:pt x="5951220" y="182880"/>
                  </a:cubicBezTo>
                  <a:lnTo>
                    <a:pt x="5951220" y="1931289"/>
                  </a:lnTo>
                  <a:cubicBezTo>
                    <a:pt x="5951220" y="2032254"/>
                    <a:pt x="5868416" y="2114169"/>
                    <a:pt x="5766181" y="2114169"/>
                  </a:cubicBezTo>
                  <a:lnTo>
                    <a:pt x="185039" y="2114169"/>
                  </a:lnTo>
                  <a:cubicBezTo>
                    <a:pt x="82931" y="2114169"/>
                    <a:pt x="0" y="2032254"/>
                    <a:pt x="0" y="193128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" name="Google Shape;201;p17"/>
            <p:cNvSpPr/>
            <p:nvPr/>
          </p:nvSpPr>
          <p:spPr>
            <a:xfrm>
              <a:off x="0" y="0"/>
              <a:ext cx="5989320" cy="2152269"/>
            </a:xfrm>
            <a:custGeom>
              <a:rect b="b" l="l" r="r" t="t"/>
              <a:pathLst>
                <a:path extrusionOk="0" h="2152269" w="5989320">
                  <a:moveTo>
                    <a:pt x="0" y="201930"/>
                  </a:moveTo>
                  <a:cubicBezTo>
                    <a:pt x="0" y="90170"/>
                    <a:pt x="91567" y="0"/>
                    <a:pt x="204089" y="0"/>
                  </a:cubicBezTo>
                  <a:lnTo>
                    <a:pt x="5785231" y="0"/>
                  </a:lnTo>
                  <a:lnTo>
                    <a:pt x="5785231" y="19050"/>
                  </a:lnTo>
                  <a:lnTo>
                    <a:pt x="5785231" y="0"/>
                  </a:lnTo>
                  <a:cubicBezTo>
                    <a:pt x="5897753" y="0"/>
                    <a:pt x="5989320" y="90170"/>
                    <a:pt x="5989320" y="201930"/>
                  </a:cubicBezTo>
                  <a:lnTo>
                    <a:pt x="5970270" y="201930"/>
                  </a:lnTo>
                  <a:lnTo>
                    <a:pt x="5989320" y="201930"/>
                  </a:lnTo>
                  <a:lnTo>
                    <a:pt x="5989320" y="1950339"/>
                  </a:lnTo>
                  <a:lnTo>
                    <a:pt x="5970270" y="1950339"/>
                  </a:lnTo>
                  <a:lnTo>
                    <a:pt x="5989320" y="1950339"/>
                  </a:lnTo>
                  <a:cubicBezTo>
                    <a:pt x="5989320" y="2062099"/>
                    <a:pt x="5897753" y="2152269"/>
                    <a:pt x="5785231" y="2152269"/>
                  </a:cubicBezTo>
                  <a:lnTo>
                    <a:pt x="5785231" y="2133219"/>
                  </a:lnTo>
                  <a:lnTo>
                    <a:pt x="5785231" y="2152269"/>
                  </a:lnTo>
                  <a:lnTo>
                    <a:pt x="204089" y="2152269"/>
                  </a:lnTo>
                  <a:lnTo>
                    <a:pt x="204089" y="2133219"/>
                  </a:lnTo>
                  <a:lnTo>
                    <a:pt x="204089" y="2152269"/>
                  </a:lnTo>
                  <a:cubicBezTo>
                    <a:pt x="91567" y="2152269"/>
                    <a:pt x="0" y="2062099"/>
                    <a:pt x="0" y="1950339"/>
                  </a:cubicBezTo>
                  <a:lnTo>
                    <a:pt x="0" y="201930"/>
                  </a:lnTo>
                  <a:lnTo>
                    <a:pt x="19050" y="201930"/>
                  </a:lnTo>
                  <a:lnTo>
                    <a:pt x="0" y="201930"/>
                  </a:lnTo>
                  <a:moveTo>
                    <a:pt x="38100" y="201930"/>
                  </a:moveTo>
                  <a:lnTo>
                    <a:pt x="38100" y="1950339"/>
                  </a:lnTo>
                  <a:lnTo>
                    <a:pt x="19050" y="1950339"/>
                  </a:lnTo>
                  <a:lnTo>
                    <a:pt x="38100" y="1950339"/>
                  </a:lnTo>
                  <a:cubicBezTo>
                    <a:pt x="38100" y="2040636"/>
                    <a:pt x="112141" y="2114169"/>
                    <a:pt x="204089" y="2114169"/>
                  </a:cubicBezTo>
                  <a:lnTo>
                    <a:pt x="5785231" y="2114169"/>
                  </a:lnTo>
                  <a:cubicBezTo>
                    <a:pt x="5877052" y="2114169"/>
                    <a:pt x="5951220" y="2040636"/>
                    <a:pt x="5951220" y="1950339"/>
                  </a:cubicBezTo>
                  <a:lnTo>
                    <a:pt x="5951220" y="201930"/>
                  </a:lnTo>
                  <a:cubicBezTo>
                    <a:pt x="5951220" y="111633"/>
                    <a:pt x="5877179" y="38100"/>
                    <a:pt x="5785231" y="38100"/>
                  </a:cubicBezTo>
                  <a:lnTo>
                    <a:pt x="204089" y="38100"/>
                  </a:lnTo>
                  <a:lnTo>
                    <a:pt x="204089" y="19050"/>
                  </a:lnTo>
                  <a:lnTo>
                    <a:pt x="204089" y="38100"/>
                  </a:lnTo>
                  <a:cubicBezTo>
                    <a:pt x="112141" y="38100"/>
                    <a:pt x="38100" y="111633"/>
                    <a:pt x="38100" y="201930"/>
                  </a:cubicBezTo>
                  <a:close/>
                </a:path>
              </a:pathLst>
            </a:custGeom>
            <a:solidFill>
              <a:srgbClr val="D8D4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02" name="Google Shape;202;p17"/>
          <p:cNvSpPr/>
          <p:nvPr/>
        </p:nvSpPr>
        <p:spPr>
          <a:xfrm>
            <a:off x="963663" y="2894705"/>
            <a:ext cx="114300" cy="1585627"/>
          </a:xfrm>
          <a:custGeom>
            <a:rect b="b" l="l" r="r" t="t"/>
            <a:pathLst>
              <a:path extrusionOk="0" h="2114169" w="152400">
                <a:moveTo>
                  <a:pt x="0" y="42545"/>
                </a:moveTo>
                <a:cubicBezTo>
                  <a:pt x="0" y="19050"/>
                  <a:pt x="19050" y="0"/>
                  <a:pt x="42545" y="0"/>
                </a:cubicBezTo>
                <a:lnTo>
                  <a:pt x="109855" y="0"/>
                </a:lnTo>
                <a:cubicBezTo>
                  <a:pt x="133350" y="0"/>
                  <a:pt x="152400" y="19050"/>
                  <a:pt x="152400" y="42545"/>
                </a:cubicBezTo>
                <a:lnTo>
                  <a:pt x="152400" y="2071624"/>
                </a:lnTo>
                <a:cubicBezTo>
                  <a:pt x="152400" y="2095119"/>
                  <a:pt x="133350" y="2114169"/>
                  <a:pt x="109855" y="2114169"/>
                </a:cubicBezTo>
                <a:lnTo>
                  <a:pt x="42545" y="2114169"/>
                </a:lnTo>
                <a:cubicBezTo>
                  <a:pt x="19050" y="2114169"/>
                  <a:pt x="0" y="2095119"/>
                  <a:pt x="0" y="2071624"/>
                </a:cubicBezTo>
                <a:close/>
              </a:path>
            </a:pathLst>
          </a:custGeom>
          <a:solidFill>
            <a:srgbClr val="E04F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7"/>
          <p:cNvSpPr txBox="1"/>
          <p:nvPr/>
        </p:nvSpPr>
        <p:spPr>
          <a:xfrm>
            <a:off x="1319060" y="3116761"/>
            <a:ext cx="2790977" cy="3677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Seamless Integration</a:t>
            </a:r>
            <a:endParaRPr/>
          </a:p>
        </p:txBody>
      </p:sp>
      <p:sp>
        <p:nvSpPr>
          <p:cNvPr id="204" name="Google Shape;204;p17"/>
          <p:cNvSpPr txBox="1"/>
          <p:nvPr/>
        </p:nvSpPr>
        <p:spPr>
          <a:xfrm>
            <a:off x="1319060" y="3596288"/>
            <a:ext cx="3895430" cy="642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Connects with CRM, AI tools, and web conferencing platforms</a:t>
            </a:r>
            <a:endParaRPr/>
          </a:p>
        </p:txBody>
      </p:sp>
      <p:grpSp>
        <p:nvGrpSpPr>
          <p:cNvPr id="205" name="Google Shape;205;p17"/>
          <p:cNvGrpSpPr/>
          <p:nvPr/>
        </p:nvGrpSpPr>
        <p:grpSpPr>
          <a:xfrm>
            <a:off x="977951" y="4625426"/>
            <a:ext cx="4491990" cy="1614202"/>
            <a:chOff x="0" y="0"/>
            <a:chExt cx="5989320" cy="2152269"/>
          </a:xfrm>
        </p:grpSpPr>
        <p:sp>
          <p:nvSpPr>
            <p:cNvPr id="206" name="Google Shape;206;p17"/>
            <p:cNvSpPr/>
            <p:nvPr/>
          </p:nvSpPr>
          <p:spPr>
            <a:xfrm>
              <a:off x="19050" y="19050"/>
              <a:ext cx="5951220" cy="2114169"/>
            </a:xfrm>
            <a:custGeom>
              <a:rect b="b" l="l" r="r" t="t"/>
              <a:pathLst>
                <a:path extrusionOk="0" h="2114169" w="5951220">
                  <a:moveTo>
                    <a:pt x="0" y="182880"/>
                  </a:moveTo>
                  <a:cubicBezTo>
                    <a:pt x="0" y="81915"/>
                    <a:pt x="82804" y="0"/>
                    <a:pt x="185039" y="0"/>
                  </a:cubicBezTo>
                  <a:lnTo>
                    <a:pt x="5766181" y="0"/>
                  </a:lnTo>
                  <a:cubicBezTo>
                    <a:pt x="5868289" y="0"/>
                    <a:pt x="5951220" y="81915"/>
                    <a:pt x="5951220" y="182880"/>
                  </a:cubicBezTo>
                  <a:lnTo>
                    <a:pt x="5951220" y="1931289"/>
                  </a:lnTo>
                  <a:cubicBezTo>
                    <a:pt x="5951220" y="2032254"/>
                    <a:pt x="5868416" y="2114169"/>
                    <a:pt x="5766181" y="2114169"/>
                  </a:cubicBezTo>
                  <a:lnTo>
                    <a:pt x="185039" y="2114169"/>
                  </a:lnTo>
                  <a:cubicBezTo>
                    <a:pt x="82931" y="2114169"/>
                    <a:pt x="0" y="2032254"/>
                    <a:pt x="0" y="193128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" name="Google Shape;207;p17"/>
            <p:cNvSpPr/>
            <p:nvPr/>
          </p:nvSpPr>
          <p:spPr>
            <a:xfrm>
              <a:off x="0" y="0"/>
              <a:ext cx="5989320" cy="2152269"/>
            </a:xfrm>
            <a:custGeom>
              <a:rect b="b" l="l" r="r" t="t"/>
              <a:pathLst>
                <a:path extrusionOk="0" h="2152269" w="5989320">
                  <a:moveTo>
                    <a:pt x="0" y="201930"/>
                  </a:moveTo>
                  <a:cubicBezTo>
                    <a:pt x="0" y="90170"/>
                    <a:pt x="91567" y="0"/>
                    <a:pt x="204089" y="0"/>
                  </a:cubicBezTo>
                  <a:lnTo>
                    <a:pt x="5785231" y="0"/>
                  </a:lnTo>
                  <a:lnTo>
                    <a:pt x="5785231" y="19050"/>
                  </a:lnTo>
                  <a:lnTo>
                    <a:pt x="5785231" y="0"/>
                  </a:lnTo>
                  <a:cubicBezTo>
                    <a:pt x="5897753" y="0"/>
                    <a:pt x="5989320" y="90170"/>
                    <a:pt x="5989320" y="201930"/>
                  </a:cubicBezTo>
                  <a:lnTo>
                    <a:pt x="5970270" y="201930"/>
                  </a:lnTo>
                  <a:lnTo>
                    <a:pt x="5989320" y="201930"/>
                  </a:lnTo>
                  <a:lnTo>
                    <a:pt x="5989320" y="1950339"/>
                  </a:lnTo>
                  <a:lnTo>
                    <a:pt x="5970270" y="1950339"/>
                  </a:lnTo>
                  <a:lnTo>
                    <a:pt x="5989320" y="1950339"/>
                  </a:lnTo>
                  <a:cubicBezTo>
                    <a:pt x="5989320" y="2062099"/>
                    <a:pt x="5897753" y="2152269"/>
                    <a:pt x="5785231" y="2152269"/>
                  </a:cubicBezTo>
                  <a:lnTo>
                    <a:pt x="5785231" y="2133219"/>
                  </a:lnTo>
                  <a:lnTo>
                    <a:pt x="5785231" y="2152269"/>
                  </a:lnTo>
                  <a:lnTo>
                    <a:pt x="204089" y="2152269"/>
                  </a:lnTo>
                  <a:lnTo>
                    <a:pt x="204089" y="2133219"/>
                  </a:lnTo>
                  <a:lnTo>
                    <a:pt x="204089" y="2152269"/>
                  </a:lnTo>
                  <a:cubicBezTo>
                    <a:pt x="91567" y="2152269"/>
                    <a:pt x="0" y="2062099"/>
                    <a:pt x="0" y="1950339"/>
                  </a:cubicBezTo>
                  <a:lnTo>
                    <a:pt x="0" y="201930"/>
                  </a:lnTo>
                  <a:lnTo>
                    <a:pt x="19050" y="201930"/>
                  </a:lnTo>
                  <a:lnTo>
                    <a:pt x="0" y="201930"/>
                  </a:lnTo>
                  <a:moveTo>
                    <a:pt x="38100" y="201930"/>
                  </a:moveTo>
                  <a:lnTo>
                    <a:pt x="38100" y="1950339"/>
                  </a:lnTo>
                  <a:lnTo>
                    <a:pt x="19050" y="1950339"/>
                  </a:lnTo>
                  <a:lnTo>
                    <a:pt x="38100" y="1950339"/>
                  </a:lnTo>
                  <a:cubicBezTo>
                    <a:pt x="38100" y="2040636"/>
                    <a:pt x="112141" y="2114169"/>
                    <a:pt x="204089" y="2114169"/>
                  </a:cubicBezTo>
                  <a:lnTo>
                    <a:pt x="5785231" y="2114169"/>
                  </a:lnTo>
                  <a:cubicBezTo>
                    <a:pt x="5877052" y="2114169"/>
                    <a:pt x="5951220" y="2040636"/>
                    <a:pt x="5951220" y="1950339"/>
                  </a:cubicBezTo>
                  <a:lnTo>
                    <a:pt x="5951220" y="201930"/>
                  </a:lnTo>
                  <a:cubicBezTo>
                    <a:pt x="5951220" y="111633"/>
                    <a:pt x="5877179" y="38100"/>
                    <a:pt x="5785231" y="38100"/>
                  </a:cubicBezTo>
                  <a:lnTo>
                    <a:pt x="204089" y="38100"/>
                  </a:lnTo>
                  <a:lnTo>
                    <a:pt x="204089" y="19050"/>
                  </a:lnTo>
                  <a:lnTo>
                    <a:pt x="204089" y="38100"/>
                  </a:lnTo>
                  <a:cubicBezTo>
                    <a:pt x="112141" y="38100"/>
                    <a:pt x="38100" y="111633"/>
                    <a:pt x="38100" y="201930"/>
                  </a:cubicBezTo>
                  <a:close/>
                </a:path>
              </a:pathLst>
            </a:custGeom>
            <a:solidFill>
              <a:srgbClr val="D8D4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08" name="Google Shape;208;p17"/>
          <p:cNvSpPr/>
          <p:nvPr/>
        </p:nvSpPr>
        <p:spPr>
          <a:xfrm>
            <a:off x="963663" y="4639713"/>
            <a:ext cx="114300" cy="1585627"/>
          </a:xfrm>
          <a:custGeom>
            <a:rect b="b" l="l" r="r" t="t"/>
            <a:pathLst>
              <a:path extrusionOk="0" h="2114169" w="152400">
                <a:moveTo>
                  <a:pt x="0" y="42545"/>
                </a:moveTo>
                <a:cubicBezTo>
                  <a:pt x="0" y="19050"/>
                  <a:pt x="19050" y="0"/>
                  <a:pt x="42545" y="0"/>
                </a:cubicBezTo>
                <a:lnTo>
                  <a:pt x="109855" y="0"/>
                </a:lnTo>
                <a:cubicBezTo>
                  <a:pt x="133350" y="0"/>
                  <a:pt x="152400" y="19050"/>
                  <a:pt x="152400" y="42545"/>
                </a:cubicBezTo>
                <a:lnTo>
                  <a:pt x="152400" y="2071624"/>
                </a:lnTo>
                <a:cubicBezTo>
                  <a:pt x="152400" y="2095119"/>
                  <a:pt x="133350" y="2114169"/>
                  <a:pt x="109855" y="2114169"/>
                </a:cubicBezTo>
                <a:lnTo>
                  <a:pt x="42545" y="2114169"/>
                </a:lnTo>
                <a:cubicBezTo>
                  <a:pt x="19050" y="2114169"/>
                  <a:pt x="0" y="2095119"/>
                  <a:pt x="0" y="2071624"/>
                </a:cubicBezTo>
                <a:close/>
              </a:path>
            </a:pathLst>
          </a:custGeom>
          <a:solidFill>
            <a:srgbClr val="E04F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7"/>
          <p:cNvSpPr txBox="1"/>
          <p:nvPr/>
        </p:nvSpPr>
        <p:spPr>
          <a:xfrm>
            <a:off x="1319060" y="4861770"/>
            <a:ext cx="2790977" cy="3677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Workflow Automation</a:t>
            </a:r>
            <a:endParaRPr/>
          </a:p>
        </p:txBody>
      </p:sp>
      <p:sp>
        <p:nvSpPr>
          <p:cNvPr id="210" name="Google Shape;210;p17"/>
          <p:cNvSpPr txBox="1"/>
          <p:nvPr/>
        </p:nvSpPr>
        <p:spPr>
          <a:xfrm>
            <a:off x="1319060" y="5341296"/>
            <a:ext cx="3895430" cy="642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Automates processes and reduces manual effort in learning management</a:t>
            </a:r>
            <a:endParaRPr/>
          </a:p>
        </p:txBody>
      </p:sp>
      <p:grpSp>
        <p:nvGrpSpPr>
          <p:cNvPr id="211" name="Google Shape;211;p17"/>
          <p:cNvGrpSpPr/>
          <p:nvPr/>
        </p:nvGrpSpPr>
        <p:grpSpPr>
          <a:xfrm>
            <a:off x="977951" y="6370434"/>
            <a:ext cx="4491990" cy="1614202"/>
            <a:chOff x="0" y="0"/>
            <a:chExt cx="5989320" cy="2152269"/>
          </a:xfrm>
        </p:grpSpPr>
        <p:sp>
          <p:nvSpPr>
            <p:cNvPr id="212" name="Google Shape;212;p17"/>
            <p:cNvSpPr/>
            <p:nvPr/>
          </p:nvSpPr>
          <p:spPr>
            <a:xfrm>
              <a:off x="19050" y="19050"/>
              <a:ext cx="5951220" cy="2114169"/>
            </a:xfrm>
            <a:custGeom>
              <a:rect b="b" l="l" r="r" t="t"/>
              <a:pathLst>
                <a:path extrusionOk="0" h="2114169" w="5951220">
                  <a:moveTo>
                    <a:pt x="0" y="182880"/>
                  </a:moveTo>
                  <a:cubicBezTo>
                    <a:pt x="0" y="81915"/>
                    <a:pt x="82804" y="0"/>
                    <a:pt x="185039" y="0"/>
                  </a:cubicBezTo>
                  <a:lnTo>
                    <a:pt x="5766181" y="0"/>
                  </a:lnTo>
                  <a:cubicBezTo>
                    <a:pt x="5868289" y="0"/>
                    <a:pt x="5951220" y="81915"/>
                    <a:pt x="5951220" y="182880"/>
                  </a:cubicBezTo>
                  <a:lnTo>
                    <a:pt x="5951220" y="1931289"/>
                  </a:lnTo>
                  <a:cubicBezTo>
                    <a:pt x="5951220" y="2032254"/>
                    <a:pt x="5868416" y="2114169"/>
                    <a:pt x="5766181" y="2114169"/>
                  </a:cubicBezTo>
                  <a:lnTo>
                    <a:pt x="185039" y="2114169"/>
                  </a:lnTo>
                  <a:cubicBezTo>
                    <a:pt x="82931" y="2114169"/>
                    <a:pt x="0" y="2032254"/>
                    <a:pt x="0" y="193128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" name="Google Shape;213;p17"/>
            <p:cNvSpPr/>
            <p:nvPr/>
          </p:nvSpPr>
          <p:spPr>
            <a:xfrm>
              <a:off x="0" y="0"/>
              <a:ext cx="5989320" cy="2152269"/>
            </a:xfrm>
            <a:custGeom>
              <a:rect b="b" l="l" r="r" t="t"/>
              <a:pathLst>
                <a:path extrusionOk="0" h="2152269" w="5989320">
                  <a:moveTo>
                    <a:pt x="0" y="201930"/>
                  </a:moveTo>
                  <a:cubicBezTo>
                    <a:pt x="0" y="90170"/>
                    <a:pt x="91567" y="0"/>
                    <a:pt x="204089" y="0"/>
                  </a:cubicBezTo>
                  <a:lnTo>
                    <a:pt x="5785231" y="0"/>
                  </a:lnTo>
                  <a:lnTo>
                    <a:pt x="5785231" y="19050"/>
                  </a:lnTo>
                  <a:lnTo>
                    <a:pt x="5785231" y="0"/>
                  </a:lnTo>
                  <a:cubicBezTo>
                    <a:pt x="5897753" y="0"/>
                    <a:pt x="5989320" y="90170"/>
                    <a:pt x="5989320" y="201930"/>
                  </a:cubicBezTo>
                  <a:lnTo>
                    <a:pt x="5970270" y="201930"/>
                  </a:lnTo>
                  <a:lnTo>
                    <a:pt x="5989320" y="201930"/>
                  </a:lnTo>
                  <a:lnTo>
                    <a:pt x="5989320" y="1950339"/>
                  </a:lnTo>
                  <a:lnTo>
                    <a:pt x="5970270" y="1950339"/>
                  </a:lnTo>
                  <a:lnTo>
                    <a:pt x="5989320" y="1950339"/>
                  </a:lnTo>
                  <a:cubicBezTo>
                    <a:pt x="5989320" y="2062099"/>
                    <a:pt x="5897753" y="2152269"/>
                    <a:pt x="5785231" y="2152269"/>
                  </a:cubicBezTo>
                  <a:lnTo>
                    <a:pt x="5785231" y="2133219"/>
                  </a:lnTo>
                  <a:lnTo>
                    <a:pt x="5785231" y="2152269"/>
                  </a:lnTo>
                  <a:lnTo>
                    <a:pt x="204089" y="2152269"/>
                  </a:lnTo>
                  <a:lnTo>
                    <a:pt x="204089" y="2133219"/>
                  </a:lnTo>
                  <a:lnTo>
                    <a:pt x="204089" y="2152269"/>
                  </a:lnTo>
                  <a:cubicBezTo>
                    <a:pt x="91567" y="2152269"/>
                    <a:pt x="0" y="2062099"/>
                    <a:pt x="0" y="1950339"/>
                  </a:cubicBezTo>
                  <a:lnTo>
                    <a:pt x="0" y="201930"/>
                  </a:lnTo>
                  <a:lnTo>
                    <a:pt x="19050" y="201930"/>
                  </a:lnTo>
                  <a:lnTo>
                    <a:pt x="0" y="201930"/>
                  </a:lnTo>
                  <a:moveTo>
                    <a:pt x="38100" y="201930"/>
                  </a:moveTo>
                  <a:lnTo>
                    <a:pt x="38100" y="1950339"/>
                  </a:lnTo>
                  <a:lnTo>
                    <a:pt x="19050" y="1950339"/>
                  </a:lnTo>
                  <a:lnTo>
                    <a:pt x="38100" y="1950339"/>
                  </a:lnTo>
                  <a:cubicBezTo>
                    <a:pt x="38100" y="2040636"/>
                    <a:pt x="112141" y="2114169"/>
                    <a:pt x="204089" y="2114169"/>
                  </a:cubicBezTo>
                  <a:lnTo>
                    <a:pt x="5785231" y="2114169"/>
                  </a:lnTo>
                  <a:cubicBezTo>
                    <a:pt x="5877052" y="2114169"/>
                    <a:pt x="5951220" y="2040636"/>
                    <a:pt x="5951220" y="1950339"/>
                  </a:cubicBezTo>
                  <a:lnTo>
                    <a:pt x="5951220" y="201930"/>
                  </a:lnTo>
                  <a:cubicBezTo>
                    <a:pt x="5951220" y="111633"/>
                    <a:pt x="5877179" y="38100"/>
                    <a:pt x="5785231" y="38100"/>
                  </a:cubicBezTo>
                  <a:lnTo>
                    <a:pt x="204089" y="38100"/>
                  </a:lnTo>
                  <a:lnTo>
                    <a:pt x="204089" y="19050"/>
                  </a:lnTo>
                  <a:lnTo>
                    <a:pt x="204089" y="38100"/>
                  </a:lnTo>
                  <a:cubicBezTo>
                    <a:pt x="112141" y="38100"/>
                    <a:pt x="38100" y="111633"/>
                    <a:pt x="38100" y="201930"/>
                  </a:cubicBezTo>
                  <a:close/>
                </a:path>
              </a:pathLst>
            </a:custGeom>
            <a:solidFill>
              <a:srgbClr val="D8D4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4" name="Google Shape;214;p17"/>
          <p:cNvSpPr/>
          <p:nvPr/>
        </p:nvSpPr>
        <p:spPr>
          <a:xfrm>
            <a:off x="963663" y="6384722"/>
            <a:ext cx="114300" cy="1585627"/>
          </a:xfrm>
          <a:custGeom>
            <a:rect b="b" l="l" r="r" t="t"/>
            <a:pathLst>
              <a:path extrusionOk="0" h="2114169" w="152400">
                <a:moveTo>
                  <a:pt x="0" y="42545"/>
                </a:moveTo>
                <a:cubicBezTo>
                  <a:pt x="0" y="19050"/>
                  <a:pt x="19050" y="0"/>
                  <a:pt x="42545" y="0"/>
                </a:cubicBezTo>
                <a:lnTo>
                  <a:pt x="109855" y="0"/>
                </a:lnTo>
                <a:cubicBezTo>
                  <a:pt x="133350" y="0"/>
                  <a:pt x="152400" y="19050"/>
                  <a:pt x="152400" y="42545"/>
                </a:cubicBezTo>
                <a:lnTo>
                  <a:pt x="152400" y="2071624"/>
                </a:lnTo>
                <a:cubicBezTo>
                  <a:pt x="152400" y="2095119"/>
                  <a:pt x="133350" y="2114169"/>
                  <a:pt x="109855" y="2114169"/>
                </a:cubicBezTo>
                <a:lnTo>
                  <a:pt x="42545" y="2114169"/>
                </a:lnTo>
                <a:cubicBezTo>
                  <a:pt x="19050" y="2114169"/>
                  <a:pt x="0" y="2095119"/>
                  <a:pt x="0" y="2071624"/>
                </a:cubicBezTo>
                <a:close/>
              </a:path>
            </a:pathLst>
          </a:custGeom>
          <a:solidFill>
            <a:srgbClr val="E04F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7"/>
          <p:cNvSpPr txBox="1"/>
          <p:nvPr/>
        </p:nvSpPr>
        <p:spPr>
          <a:xfrm>
            <a:off x="1319060" y="6606778"/>
            <a:ext cx="2790977" cy="3677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Data Analytics</a:t>
            </a:r>
            <a:endParaRPr/>
          </a:p>
        </p:txBody>
      </p:sp>
      <p:sp>
        <p:nvSpPr>
          <p:cNvPr id="216" name="Google Shape;216;p17"/>
          <p:cNvSpPr txBox="1"/>
          <p:nvPr/>
        </p:nvSpPr>
        <p:spPr>
          <a:xfrm>
            <a:off x="1319060" y="7086305"/>
            <a:ext cx="3895430" cy="642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Improves decision-making and learner outcomes through insights</a:t>
            </a:r>
            <a:endParaRPr/>
          </a:p>
        </p:txBody>
      </p:sp>
      <p:grpSp>
        <p:nvGrpSpPr>
          <p:cNvPr id="217" name="Google Shape;217;p17"/>
          <p:cNvGrpSpPr/>
          <p:nvPr/>
        </p:nvGrpSpPr>
        <p:grpSpPr>
          <a:xfrm>
            <a:off x="5969641" y="2880417"/>
            <a:ext cx="4491990" cy="1614202"/>
            <a:chOff x="0" y="0"/>
            <a:chExt cx="5989320" cy="2152269"/>
          </a:xfrm>
        </p:grpSpPr>
        <p:sp>
          <p:nvSpPr>
            <p:cNvPr id="218" name="Google Shape;218;p17"/>
            <p:cNvSpPr/>
            <p:nvPr/>
          </p:nvSpPr>
          <p:spPr>
            <a:xfrm>
              <a:off x="19050" y="19050"/>
              <a:ext cx="5951220" cy="2114169"/>
            </a:xfrm>
            <a:custGeom>
              <a:rect b="b" l="l" r="r" t="t"/>
              <a:pathLst>
                <a:path extrusionOk="0" h="2114169" w="5951220">
                  <a:moveTo>
                    <a:pt x="0" y="182880"/>
                  </a:moveTo>
                  <a:cubicBezTo>
                    <a:pt x="0" y="81915"/>
                    <a:pt x="82804" y="0"/>
                    <a:pt x="185039" y="0"/>
                  </a:cubicBezTo>
                  <a:lnTo>
                    <a:pt x="5766181" y="0"/>
                  </a:lnTo>
                  <a:cubicBezTo>
                    <a:pt x="5868289" y="0"/>
                    <a:pt x="5951220" y="81915"/>
                    <a:pt x="5951220" y="182880"/>
                  </a:cubicBezTo>
                  <a:lnTo>
                    <a:pt x="5951220" y="1931289"/>
                  </a:lnTo>
                  <a:cubicBezTo>
                    <a:pt x="5951220" y="2032254"/>
                    <a:pt x="5868416" y="2114169"/>
                    <a:pt x="5766181" y="2114169"/>
                  </a:cubicBezTo>
                  <a:lnTo>
                    <a:pt x="185039" y="2114169"/>
                  </a:lnTo>
                  <a:cubicBezTo>
                    <a:pt x="82931" y="2114169"/>
                    <a:pt x="0" y="2032254"/>
                    <a:pt x="0" y="193128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" name="Google Shape;219;p17"/>
            <p:cNvSpPr/>
            <p:nvPr/>
          </p:nvSpPr>
          <p:spPr>
            <a:xfrm>
              <a:off x="0" y="0"/>
              <a:ext cx="5989320" cy="2152269"/>
            </a:xfrm>
            <a:custGeom>
              <a:rect b="b" l="l" r="r" t="t"/>
              <a:pathLst>
                <a:path extrusionOk="0" h="2152269" w="5989320">
                  <a:moveTo>
                    <a:pt x="0" y="201930"/>
                  </a:moveTo>
                  <a:cubicBezTo>
                    <a:pt x="0" y="90170"/>
                    <a:pt x="91567" y="0"/>
                    <a:pt x="204089" y="0"/>
                  </a:cubicBezTo>
                  <a:lnTo>
                    <a:pt x="5785231" y="0"/>
                  </a:lnTo>
                  <a:lnTo>
                    <a:pt x="5785231" y="19050"/>
                  </a:lnTo>
                  <a:lnTo>
                    <a:pt x="5785231" y="0"/>
                  </a:lnTo>
                  <a:cubicBezTo>
                    <a:pt x="5897753" y="0"/>
                    <a:pt x="5989320" y="90170"/>
                    <a:pt x="5989320" y="201930"/>
                  </a:cubicBezTo>
                  <a:lnTo>
                    <a:pt x="5970270" y="201930"/>
                  </a:lnTo>
                  <a:lnTo>
                    <a:pt x="5989320" y="201930"/>
                  </a:lnTo>
                  <a:lnTo>
                    <a:pt x="5989320" y="1950339"/>
                  </a:lnTo>
                  <a:lnTo>
                    <a:pt x="5970270" y="1950339"/>
                  </a:lnTo>
                  <a:lnTo>
                    <a:pt x="5989320" y="1950339"/>
                  </a:lnTo>
                  <a:cubicBezTo>
                    <a:pt x="5989320" y="2062099"/>
                    <a:pt x="5897753" y="2152269"/>
                    <a:pt x="5785231" y="2152269"/>
                  </a:cubicBezTo>
                  <a:lnTo>
                    <a:pt x="5785231" y="2133219"/>
                  </a:lnTo>
                  <a:lnTo>
                    <a:pt x="5785231" y="2152269"/>
                  </a:lnTo>
                  <a:lnTo>
                    <a:pt x="204089" y="2152269"/>
                  </a:lnTo>
                  <a:lnTo>
                    <a:pt x="204089" y="2133219"/>
                  </a:lnTo>
                  <a:lnTo>
                    <a:pt x="204089" y="2152269"/>
                  </a:lnTo>
                  <a:cubicBezTo>
                    <a:pt x="91567" y="2152269"/>
                    <a:pt x="0" y="2062099"/>
                    <a:pt x="0" y="1950339"/>
                  </a:cubicBezTo>
                  <a:lnTo>
                    <a:pt x="0" y="201930"/>
                  </a:lnTo>
                  <a:lnTo>
                    <a:pt x="19050" y="201930"/>
                  </a:lnTo>
                  <a:lnTo>
                    <a:pt x="0" y="201930"/>
                  </a:lnTo>
                  <a:moveTo>
                    <a:pt x="38100" y="201930"/>
                  </a:moveTo>
                  <a:lnTo>
                    <a:pt x="38100" y="1950339"/>
                  </a:lnTo>
                  <a:lnTo>
                    <a:pt x="19050" y="1950339"/>
                  </a:lnTo>
                  <a:lnTo>
                    <a:pt x="38100" y="1950339"/>
                  </a:lnTo>
                  <a:cubicBezTo>
                    <a:pt x="38100" y="2040636"/>
                    <a:pt x="112141" y="2114169"/>
                    <a:pt x="204089" y="2114169"/>
                  </a:cubicBezTo>
                  <a:lnTo>
                    <a:pt x="5785231" y="2114169"/>
                  </a:lnTo>
                  <a:cubicBezTo>
                    <a:pt x="5877052" y="2114169"/>
                    <a:pt x="5951220" y="2040636"/>
                    <a:pt x="5951220" y="1950339"/>
                  </a:cubicBezTo>
                  <a:lnTo>
                    <a:pt x="5951220" y="201930"/>
                  </a:lnTo>
                  <a:cubicBezTo>
                    <a:pt x="5951220" y="111633"/>
                    <a:pt x="5877179" y="38100"/>
                    <a:pt x="5785231" y="38100"/>
                  </a:cubicBezTo>
                  <a:lnTo>
                    <a:pt x="204089" y="38100"/>
                  </a:lnTo>
                  <a:lnTo>
                    <a:pt x="204089" y="19050"/>
                  </a:lnTo>
                  <a:lnTo>
                    <a:pt x="204089" y="38100"/>
                  </a:lnTo>
                  <a:cubicBezTo>
                    <a:pt x="112141" y="38100"/>
                    <a:pt x="38100" y="111633"/>
                    <a:pt x="38100" y="201930"/>
                  </a:cubicBezTo>
                  <a:close/>
                </a:path>
              </a:pathLst>
            </a:custGeom>
            <a:solidFill>
              <a:srgbClr val="D8D4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20" name="Google Shape;220;p17"/>
          <p:cNvSpPr/>
          <p:nvPr/>
        </p:nvSpPr>
        <p:spPr>
          <a:xfrm>
            <a:off x="5955354" y="2894705"/>
            <a:ext cx="114300" cy="1585627"/>
          </a:xfrm>
          <a:custGeom>
            <a:rect b="b" l="l" r="r" t="t"/>
            <a:pathLst>
              <a:path extrusionOk="0" h="2114169" w="152400">
                <a:moveTo>
                  <a:pt x="0" y="42545"/>
                </a:moveTo>
                <a:cubicBezTo>
                  <a:pt x="0" y="19050"/>
                  <a:pt x="19050" y="0"/>
                  <a:pt x="42545" y="0"/>
                </a:cubicBezTo>
                <a:lnTo>
                  <a:pt x="109855" y="0"/>
                </a:lnTo>
                <a:cubicBezTo>
                  <a:pt x="133350" y="0"/>
                  <a:pt x="152400" y="19050"/>
                  <a:pt x="152400" y="42545"/>
                </a:cubicBezTo>
                <a:lnTo>
                  <a:pt x="152400" y="2071624"/>
                </a:lnTo>
                <a:cubicBezTo>
                  <a:pt x="152400" y="2095119"/>
                  <a:pt x="133350" y="2114169"/>
                  <a:pt x="109855" y="2114169"/>
                </a:cubicBezTo>
                <a:lnTo>
                  <a:pt x="42545" y="2114169"/>
                </a:lnTo>
                <a:cubicBezTo>
                  <a:pt x="19050" y="2114169"/>
                  <a:pt x="0" y="2095119"/>
                  <a:pt x="0" y="2071624"/>
                </a:cubicBezTo>
                <a:close/>
              </a:path>
            </a:pathLst>
          </a:custGeom>
          <a:solidFill>
            <a:srgbClr val="E04F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17"/>
          <p:cNvSpPr txBox="1"/>
          <p:nvPr/>
        </p:nvSpPr>
        <p:spPr>
          <a:xfrm>
            <a:off x="6310760" y="3116761"/>
            <a:ext cx="2790977" cy="3677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Cloud &amp; Mobile</a:t>
            </a:r>
            <a:endParaRPr/>
          </a:p>
        </p:txBody>
      </p:sp>
      <p:sp>
        <p:nvSpPr>
          <p:cNvPr id="222" name="Google Shape;222;p17"/>
          <p:cNvSpPr txBox="1"/>
          <p:nvPr/>
        </p:nvSpPr>
        <p:spPr>
          <a:xfrm>
            <a:off x="6310760" y="3596288"/>
            <a:ext cx="3895430" cy="642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Enables anytime, anywhere learning through flexible solutions</a:t>
            </a:r>
            <a:endParaRPr/>
          </a:p>
        </p:txBody>
      </p:sp>
      <p:grpSp>
        <p:nvGrpSpPr>
          <p:cNvPr id="223" name="Google Shape;223;p17"/>
          <p:cNvGrpSpPr/>
          <p:nvPr/>
        </p:nvGrpSpPr>
        <p:grpSpPr>
          <a:xfrm>
            <a:off x="5969641" y="4625426"/>
            <a:ext cx="4491990" cy="1614202"/>
            <a:chOff x="0" y="0"/>
            <a:chExt cx="5989320" cy="2152269"/>
          </a:xfrm>
        </p:grpSpPr>
        <p:sp>
          <p:nvSpPr>
            <p:cNvPr id="224" name="Google Shape;224;p17"/>
            <p:cNvSpPr/>
            <p:nvPr/>
          </p:nvSpPr>
          <p:spPr>
            <a:xfrm>
              <a:off x="19050" y="19050"/>
              <a:ext cx="5951220" cy="2114169"/>
            </a:xfrm>
            <a:custGeom>
              <a:rect b="b" l="l" r="r" t="t"/>
              <a:pathLst>
                <a:path extrusionOk="0" h="2114169" w="5951220">
                  <a:moveTo>
                    <a:pt x="0" y="182880"/>
                  </a:moveTo>
                  <a:cubicBezTo>
                    <a:pt x="0" y="81915"/>
                    <a:pt x="82804" y="0"/>
                    <a:pt x="185039" y="0"/>
                  </a:cubicBezTo>
                  <a:lnTo>
                    <a:pt x="5766181" y="0"/>
                  </a:lnTo>
                  <a:cubicBezTo>
                    <a:pt x="5868289" y="0"/>
                    <a:pt x="5951220" y="81915"/>
                    <a:pt x="5951220" y="182880"/>
                  </a:cubicBezTo>
                  <a:lnTo>
                    <a:pt x="5951220" y="1931289"/>
                  </a:lnTo>
                  <a:cubicBezTo>
                    <a:pt x="5951220" y="2032254"/>
                    <a:pt x="5868416" y="2114169"/>
                    <a:pt x="5766181" y="2114169"/>
                  </a:cubicBezTo>
                  <a:lnTo>
                    <a:pt x="185039" y="2114169"/>
                  </a:lnTo>
                  <a:cubicBezTo>
                    <a:pt x="82931" y="2114169"/>
                    <a:pt x="0" y="2032254"/>
                    <a:pt x="0" y="193128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" name="Google Shape;225;p17"/>
            <p:cNvSpPr/>
            <p:nvPr/>
          </p:nvSpPr>
          <p:spPr>
            <a:xfrm>
              <a:off x="0" y="0"/>
              <a:ext cx="5989320" cy="2152269"/>
            </a:xfrm>
            <a:custGeom>
              <a:rect b="b" l="l" r="r" t="t"/>
              <a:pathLst>
                <a:path extrusionOk="0" h="2152269" w="5989320">
                  <a:moveTo>
                    <a:pt x="0" y="201930"/>
                  </a:moveTo>
                  <a:cubicBezTo>
                    <a:pt x="0" y="90170"/>
                    <a:pt x="91567" y="0"/>
                    <a:pt x="204089" y="0"/>
                  </a:cubicBezTo>
                  <a:lnTo>
                    <a:pt x="5785231" y="0"/>
                  </a:lnTo>
                  <a:lnTo>
                    <a:pt x="5785231" y="19050"/>
                  </a:lnTo>
                  <a:lnTo>
                    <a:pt x="5785231" y="0"/>
                  </a:lnTo>
                  <a:cubicBezTo>
                    <a:pt x="5897753" y="0"/>
                    <a:pt x="5989320" y="90170"/>
                    <a:pt x="5989320" y="201930"/>
                  </a:cubicBezTo>
                  <a:lnTo>
                    <a:pt x="5970270" y="201930"/>
                  </a:lnTo>
                  <a:lnTo>
                    <a:pt x="5989320" y="201930"/>
                  </a:lnTo>
                  <a:lnTo>
                    <a:pt x="5989320" y="1950339"/>
                  </a:lnTo>
                  <a:lnTo>
                    <a:pt x="5970270" y="1950339"/>
                  </a:lnTo>
                  <a:lnTo>
                    <a:pt x="5989320" y="1950339"/>
                  </a:lnTo>
                  <a:cubicBezTo>
                    <a:pt x="5989320" y="2062099"/>
                    <a:pt x="5897753" y="2152269"/>
                    <a:pt x="5785231" y="2152269"/>
                  </a:cubicBezTo>
                  <a:lnTo>
                    <a:pt x="5785231" y="2133219"/>
                  </a:lnTo>
                  <a:lnTo>
                    <a:pt x="5785231" y="2152269"/>
                  </a:lnTo>
                  <a:lnTo>
                    <a:pt x="204089" y="2152269"/>
                  </a:lnTo>
                  <a:lnTo>
                    <a:pt x="204089" y="2133219"/>
                  </a:lnTo>
                  <a:lnTo>
                    <a:pt x="204089" y="2152269"/>
                  </a:lnTo>
                  <a:cubicBezTo>
                    <a:pt x="91567" y="2152269"/>
                    <a:pt x="0" y="2062099"/>
                    <a:pt x="0" y="1950339"/>
                  </a:cubicBezTo>
                  <a:lnTo>
                    <a:pt x="0" y="201930"/>
                  </a:lnTo>
                  <a:lnTo>
                    <a:pt x="19050" y="201930"/>
                  </a:lnTo>
                  <a:lnTo>
                    <a:pt x="0" y="201930"/>
                  </a:lnTo>
                  <a:moveTo>
                    <a:pt x="38100" y="201930"/>
                  </a:moveTo>
                  <a:lnTo>
                    <a:pt x="38100" y="1950339"/>
                  </a:lnTo>
                  <a:lnTo>
                    <a:pt x="19050" y="1950339"/>
                  </a:lnTo>
                  <a:lnTo>
                    <a:pt x="38100" y="1950339"/>
                  </a:lnTo>
                  <a:cubicBezTo>
                    <a:pt x="38100" y="2040636"/>
                    <a:pt x="112141" y="2114169"/>
                    <a:pt x="204089" y="2114169"/>
                  </a:cubicBezTo>
                  <a:lnTo>
                    <a:pt x="5785231" y="2114169"/>
                  </a:lnTo>
                  <a:cubicBezTo>
                    <a:pt x="5877052" y="2114169"/>
                    <a:pt x="5951220" y="2040636"/>
                    <a:pt x="5951220" y="1950339"/>
                  </a:cubicBezTo>
                  <a:lnTo>
                    <a:pt x="5951220" y="201930"/>
                  </a:lnTo>
                  <a:cubicBezTo>
                    <a:pt x="5951220" y="111633"/>
                    <a:pt x="5877179" y="38100"/>
                    <a:pt x="5785231" y="38100"/>
                  </a:cubicBezTo>
                  <a:lnTo>
                    <a:pt x="204089" y="38100"/>
                  </a:lnTo>
                  <a:lnTo>
                    <a:pt x="204089" y="19050"/>
                  </a:lnTo>
                  <a:lnTo>
                    <a:pt x="204089" y="38100"/>
                  </a:lnTo>
                  <a:cubicBezTo>
                    <a:pt x="112141" y="38100"/>
                    <a:pt x="38100" y="111633"/>
                    <a:pt x="38100" y="201930"/>
                  </a:cubicBezTo>
                  <a:close/>
                </a:path>
              </a:pathLst>
            </a:custGeom>
            <a:solidFill>
              <a:srgbClr val="D8D4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26" name="Google Shape;226;p17"/>
          <p:cNvSpPr/>
          <p:nvPr/>
        </p:nvSpPr>
        <p:spPr>
          <a:xfrm>
            <a:off x="5955354" y="4639713"/>
            <a:ext cx="114300" cy="1585627"/>
          </a:xfrm>
          <a:custGeom>
            <a:rect b="b" l="l" r="r" t="t"/>
            <a:pathLst>
              <a:path extrusionOk="0" h="2114169" w="152400">
                <a:moveTo>
                  <a:pt x="0" y="42545"/>
                </a:moveTo>
                <a:cubicBezTo>
                  <a:pt x="0" y="19050"/>
                  <a:pt x="19050" y="0"/>
                  <a:pt x="42545" y="0"/>
                </a:cubicBezTo>
                <a:lnTo>
                  <a:pt x="109855" y="0"/>
                </a:lnTo>
                <a:cubicBezTo>
                  <a:pt x="133350" y="0"/>
                  <a:pt x="152400" y="19050"/>
                  <a:pt x="152400" y="42545"/>
                </a:cubicBezTo>
                <a:lnTo>
                  <a:pt x="152400" y="2071624"/>
                </a:lnTo>
                <a:cubicBezTo>
                  <a:pt x="152400" y="2095119"/>
                  <a:pt x="133350" y="2114169"/>
                  <a:pt x="109855" y="2114169"/>
                </a:cubicBezTo>
                <a:lnTo>
                  <a:pt x="42545" y="2114169"/>
                </a:lnTo>
                <a:cubicBezTo>
                  <a:pt x="19050" y="2114169"/>
                  <a:pt x="0" y="2095119"/>
                  <a:pt x="0" y="2071624"/>
                </a:cubicBezTo>
                <a:close/>
              </a:path>
            </a:pathLst>
          </a:custGeom>
          <a:solidFill>
            <a:srgbClr val="E04F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7"/>
          <p:cNvSpPr txBox="1"/>
          <p:nvPr/>
        </p:nvSpPr>
        <p:spPr>
          <a:xfrm>
            <a:off x="6310760" y="4861770"/>
            <a:ext cx="2790977" cy="3677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Personalised Learning</a:t>
            </a:r>
            <a:endParaRPr/>
          </a:p>
        </p:txBody>
      </p:sp>
      <p:sp>
        <p:nvSpPr>
          <p:cNvPr id="228" name="Google Shape;228;p17"/>
          <p:cNvSpPr txBox="1"/>
          <p:nvPr/>
        </p:nvSpPr>
        <p:spPr>
          <a:xfrm>
            <a:off x="6310760" y="5341296"/>
            <a:ext cx="3895430" cy="642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Delivers adaptive and personalised learning experiences at scale</a:t>
            </a:r>
            <a:endParaRPr/>
          </a:p>
        </p:txBody>
      </p:sp>
      <p:grpSp>
        <p:nvGrpSpPr>
          <p:cNvPr id="229" name="Google Shape;229;p17"/>
          <p:cNvGrpSpPr/>
          <p:nvPr/>
        </p:nvGrpSpPr>
        <p:grpSpPr>
          <a:xfrm>
            <a:off x="5969641" y="6370434"/>
            <a:ext cx="4491990" cy="1614202"/>
            <a:chOff x="0" y="0"/>
            <a:chExt cx="5989320" cy="2152269"/>
          </a:xfrm>
        </p:grpSpPr>
        <p:sp>
          <p:nvSpPr>
            <p:cNvPr id="230" name="Google Shape;230;p17"/>
            <p:cNvSpPr/>
            <p:nvPr/>
          </p:nvSpPr>
          <p:spPr>
            <a:xfrm>
              <a:off x="19050" y="19050"/>
              <a:ext cx="5951220" cy="2114169"/>
            </a:xfrm>
            <a:custGeom>
              <a:rect b="b" l="l" r="r" t="t"/>
              <a:pathLst>
                <a:path extrusionOk="0" h="2114169" w="5951220">
                  <a:moveTo>
                    <a:pt x="0" y="182880"/>
                  </a:moveTo>
                  <a:cubicBezTo>
                    <a:pt x="0" y="81915"/>
                    <a:pt x="82804" y="0"/>
                    <a:pt x="185039" y="0"/>
                  </a:cubicBezTo>
                  <a:lnTo>
                    <a:pt x="5766181" y="0"/>
                  </a:lnTo>
                  <a:cubicBezTo>
                    <a:pt x="5868289" y="0"/>
                    <a:pt x="5951220" y="81915"/>
                    <a:pt x="5951220" y="182880"/>
                  </a:cubicBezTo>
                  <a:lnTo>
                    <a:pt x="5951220" y="1931289"/>
                  </a:lnTo>
                  <a:cubicBezTo>
                    <a:pt x="5951220" y="2032254"/>
                    <a:pt x="5868416" y="2114169"/>
                    <a:pt x="5766181" y="2114169"/>
                  </a:cubicBezTo>
                  <a:lnTo>
                    <a:pt x="185039" y="2114169"/>
                  </a:lnTo>
                  <a:cubicBezTo>
                    <a:pt x="82931" y="2114169"/>
                    <a:pt x="0" y="2032254"/>
                    <a:pt x="0" y="193128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" name="Google Shape;231;p17"/>
            <p:cNvSpPr/>
            <p:nvPr/>
          </p:nvSpPr>
          <p:spPr>
            <a:xfrm>
              <a:off x="0" y="0"/>
              <a:ext cx="5989320" cy="2152269"/>
            </a:xfrm>
            <a:custGeom>
              <a:rect b="b" l="l" r="r" t="t"/>
              <a:pathLst>
                <a:path extrusionOk="0" h="2152269" w="5989320">
                  <a:moveTo>
                    <a:pt x="0" y="201930"/>
                  </a:moveTo>
                  <a:cubicBezTo>
                    <a:pt x="0" y="90170"/>
                    <a:pt x="91567" y="0"/>
                    <a:pt x="204089" y="0"/>
                  </a:cubicBezTo>
                  <a:lnTo>
                    <a:pt x="5785231" y="0"/>
                  </a:lnTo>
                  <a:lnTo>
                    <a:pt x="5785231" y="19050"/>
                  </a:lnTo>
                  <a:lnTo>
                    <a:pt x="5785231" y="0"/>
                  </a:lnTo>
                  <a:cubicBezTo>
                    <a:pt x="5897753" y="0"/>
                    <a:pt x="5989320" y="90170"/>
                    <a:pt x="5989320" y="201930"/>
                  </a:cubicBezTo>
                  <a:lnTo>
                    <a:pt x="5970270" y="201930"/>
                  </a:lnTo>
                  <a:lnTo>
                    <a:pt x="5989320" y="201930"/>
                  </a:lnTo>
                  <a:lnTo>
                    <a:pt x="5989320" y="1950339"/>
                  </a:lnTo>
                  <a:lnTo>
                    <a:pt x="5970270" y="1950339"/>
                  </a:lnTo>
                  <a:lnTo>
                    <a:pt x="5989320" y="1950339"/>
                  </a:lnTo>
                  <a:cubicBezTo>
                    <a:pt x="5989320" y="2062099"/>
                    <a:pt x="5897753" y="2152269"/>
                    <a:pt x="5785231" y="2152269"/>
                  </a:cubicBezTo>
                  <a:lnTo>
                    <a:pt x="5785231" y="2133219"/>
                  </a:lnTo>
                  <a:lnTo>
                    <a:pt x="5785231" y="2152269"/>
                  </a:lnTo>
                  <a:lnTo>
                    <a:pt x="204089" y="2152269"/>
                  </a:lnTo>
                  <a:lnTo>
                    <a:pt x="204089" y="2133219"/>
                  </a:lnTo>
                  <a:lnTo>
                    <a:pt x="204089" y="2152269"/>
                  </a:lnTo>
                  <a:cubicBezTo>
                    <a:pt x="91567" y="2152269"/>
                    <a:pt x="0" y="2062099"/>
                    <a:pt x="0" y="1950339"/>
                  </a:cubicBezTo>
                  <a:lnTo>
                    <a:pt x="0" y="201930"/>
                  </a:lnTo>
                  <a:lnTo>
                    <a:pt x="19050" y="201930"/>
                  </a:lnTo>
                  <a:lnTo>
                    <a:pt x="0" y="201930"/>
                  </a:lnTo>
                  <a:moveTo>
                    <a:pt x="38100" y="201930"/>
                  </a:moveTo>
                  <a:lnTo>
                    <a:pt x="38100" y="1950339"/>
                  </a:lnTo>
                  <a:lnTo>
                    <a:pt x="19050" y="1950339"/>
                  </a:lnTo>
                  <a:lnTo>
                    <a:pt x="38100" y="1950339"/>
                  </a:lnTo>
                  <a:cubicBezTo>
                    <a:pt x="38100" y="2040636"/>
                    <a:pt x="112141" y="2114169"/>
                    <a:pt x="204089" y="2114169"/>
                  </a:cubicBezTo>
                  <a:lnTo>
                    <a:pt x="5785231" y="2114169"/>
                  </a:lnTo>
                  <a:cubicBezTo>
                    <a:pt x="5877052" y="2114169"/>
                    <a:pt x="5951220" y="2040636"/>
                    <a:pt x="5951220" y="1950339"/>
                  </a:cubicBezTo>
                  <a:lnTo>
                    <a:pt x="5951220" y="201930"/>
                  </a:lnTo>
                  <a:cubicBezTo>
                    <a:pt x="5951220" y="111633"/>
                    <a:pt x="5877179" y="38100"/>
                    <a:pt x="5785231" y="38100"/>
                  </a:cubicBezTo>
                  <a:lnTo>
                    <a:pt x="204089" y="38100"/>
                  </a:lnTo>
                  <a:lnTo>
                    <a:pt x="204089" y="19050"/>
                  </a:lnTo>
                  <a:lnTo>
                    <a:pt x="204089" y="38100"/>
                  </a:lnTo>
                  <a:cubicBezTo>
                    <a:pt x="112141" y="38100"/>
                    <a:pt x="38100" y="111633"/>
                    <a:pt x="38100" y="201930"/>
                  </a:cubicBezTo>
                  <a:close/>
                </a:path>
              </a:pathLst>
            </a:custGeom>
            <a:solidFill>
              <a:srgbClr val="D8D4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32" name="Google Shape;232;p17"/>
          <p:cNvSpPr/>
          <p:nvPr/>
        </p:nvSpPr>
        <p:spPr>
          <a:xfrm>
            <a:off x="5955354" y="6384722"/>
            <a:ext cx="114300" cy="1585627"/>
          </a:xfrm>
          <a:custGeom>
            <a:rect b="b" l="l" r="r" t="t"/>
            <a:pathLst>
              <a:path extrusionOk="0" h="2114169" w="152400">
                <a:moveTo>
                  <a:pt x="0" y="42545"/>
                </a:moveTo>
                <a:cubicBezTo>
                  <a:pt x="0" y="19050"/>
                  <a:pt x="19050" y="0"/>
                  <a:pt x="42545" y="0"/>
                </a:cubicBezTo>
                <a:lnTo>
                  <a:pt x="109855" y="0"/>
                </a:lnTo>
                <a:cubicBezTo>
                  <a:pt x="133350" y="0"/>
                  <a:pt x="152400" y="19050"/>
                  <a:pt x="152400" y="42545"/>
                </a:cubicBezTo>
                <a:lnTo>
                  <a:pt x="152400" y="2071624"/>
                </a:lnTo>
                <a:cubicBezTo>
                  <a:pt x="152400" y="2095119"/>
                  <a:pt x="133350" y="2114169"/>
                  <a:pt x="109855" y="2114169"/>
                </a:cubicBezTo>
                <a:lnTo>
                  <a:pt x="42545" y="2114169"/>
                </a:lnTo>
                <a:cubicBezTo>
                  <a:pt x="19050" y="2114169"/>
                  <a:pt x="0" y="2095119"/>
                  <a:pt x="0" y="2071624"/>
                </a:cubicBezTo>
                <a:close/>
              </a:path>
            </a:pathLst>
          </a:custGeom>
          <a:solidFill>
            <a:srgbClr val="E04F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7"/>
          <p:cNvSpPr txBox="1"/>
          <p:nvPr/>
        </p:nvSpPr>
        <p:spPr>
          <a:xfrm>
            <a:off x="6310760" y="6606778"/>
            <a:ext cx="2985049" cy="3677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Enhanced Collaboration</a:t>
            </a:r>
            <a:endParaRPr/>
          </a:p>
        </p:txBody>
      </p:sp>
      <p:sp>
        <p:nvSpPr>
          <p:cNvPr id="234" name="Google Shape;234;p17"/>
          <p:cNvSpPr txBox="1"/>
          <p:nvPr/>
        </p:nvSpPr>
        <p:spPr>
          <a:xfrm>
            <a:off x="6310760" y="7086305"/>
            <a:ext cx="3895430" cy="642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Boosts efficiency and overall learning impact across teams</a:t>
            </a:r>
            <a:endParaRPr/>
          </a:p>
        </p:txBody>
      </p:sp>
      <p:sp>
        <p:nvSpPr>
          <p:cNvPr id="235" name="Google Shape;235;p17"/>
          <p:cNvSpPr txBox="1"/>
          <p:nvPr/>
        </p:nvSpPr>
        <p:spPr>
          <a:xfrm>
            <a:off x="1311173" y="8460734"/>
            <a:ext cx="9126588" cy="642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"Empowering organisations to evolve from traditional systems to </a:t>
            </a:r>
            <a:r>
              <a:rPr b="0" i="0" lang="en-US" sz="1600" u="none" cap="none" strike="noStrike">
                <a:solidFill>
                  <a:srgbClr val="E04F00"/>
                </a:solidFill>
                <a:latin typeface="DM Sans"/>
                <a:ea typeface="DM Sans"/>
                <a:cs typeface="DM Sans"/>
                <a:sym typeface="DM Sans"/>
              </a:rPr>
              <a:t>intelligent, data-driven learning environments</a:t>
            </a:r>
            <a:r>
              <a:rPr b="0" i="0" lang="en-US" sz="1600" u="none" cap="none" strike="noStrike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."</a:t>
            </a:r>
            <a:endParaRPr/>
          </a:p>
        </p:txBody>
      </p:sp>
      <p:sp>
        <p:nvSpPr>
          <p:cNvPr id="236" name="Google Shape;236;p17"/>
          <p:cNvSpPr/>
          <p:nvPr/>
        </p:nvSpPr>
        <p:spPr>
          <a:xfrm>
            <a:off x="992238" y="8329022"/>
            <a:ext cx="28575" cy="954024"/>
          </a:xfrm>
          <a:custGeom>
            <a:rect b="b" l="l" r="r" t="t"/>
            <a:pathLst>
              <a:path extrusionOk="0" h="1272032" w="38100">
                <a:moveTo>
                  <a:pt x="0" y="0"/>
                </a:moveTo>
                <a:lnTo>
                  <a:pt x="38100" y="0"/>
                </a:lnTo>
                <a:lnTo>
                  <a:pt x="38100" y="1272032"/>
                </a:lnTo>
                <a:lnTo>
                  <a:pt x="0" y="1272032"/>
                </a:lnTo>
                <a:close/>
              </a:path>
            </a:pathLst>
          </a:custGeom>
          <a:solidFill>
            <a:srgbClr val="E04F00"/>
          </a:solidFill>
          <a:ln>
            <a:noFill/>
          </a:ln>
        </p:spPr>
      </p:sp>
      <p:sp>
        <p:nvSpPr>
          <p:cNvPr id="237" name="Google Shape;237;p17"/>
          <p:cNvSpPr/>
          <p:nvPr/>
        </p:nvSpPr>
        <p:spPr>
          <a:xfrm>
            <a:off x="16712866" y="288844"/>
            <a:ext cx="1165785" cy="1190403"/>
          </a:xfrm>
          <a:custGeom>
            <a:rect b="b" l="l" r="r" t="t"/>
            <a:pathLst>
              <a:path extrusionOk="0" h="8951032" w="8765921">
                <a:moveTo>
                  <a:pt x="0" y="0"/>
                </a:moveTo>
                <a:lnTo>
                  <a:pt x="8765921" y="0"/>
                </a:lnTo>
                <a:lnTo>
                  <a:pt x="8765921" y="8951032"/>
                </a:lnTo>
                <a:lnTo>
                  <a:pt x="0" y="89510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-1055" r="-1055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8"/>
          <p:cNvSpPr/>
          <p:nvPr/>
        </p:nvSpPr>
        <p:spPr>
          <a:xfrm>
            <a:off x="0" y="17193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FAFAFA"/>
          </a:solidFill>
          <a:ln>
            <a:noFill/>
          </a:ln>
        </p:spPr>
      </p:sp>
      <p:sp>
        <p:nvSpPr>
          <p:cNvPr id="247" name="Google Shape;247;p18"/>
          <p:cNvSpPr txBox="1"/>
          <p:nvPr/>
        </p:nvSpPr>
        <p:spPr>
          <a:xfrm>
            <a:off x="976760" y="837457"/>
            <a:ext cx="5494734" cy="7154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300" u="none" cap="none" strike="noStrike">
                <a:solidFill>
                  <a:srgbClr val="020202"/>
                </a:solidFill>
                <a:latin typeface="PT Serif"/>
                <a:ea typeface="PT Serif"/>
                <a:cs typeface="PT Serif"/>
                <a:sym typeface="PT Serif"/>
              </a:rPr>
              <a:t>Ballistic Academy</a:t>
            </a:r>
            <a:endParaRPr/>
          </a:p>
        </p:txBody>
      </p:sp>
      <p:sp>
        <p:nvSpPr>
          <p:cNvPr id="248" name="Google Shape;248;p18"/>
          <p:cNvSpPr txBox="1"/>
          <p:nvPr/>
        </p:nvSpPr>
        <p:spPr>
          <a:xfrm>
            <a:off x="976760" y="1823742"/>
            <a:ext cx="16334480" cy="6203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Ballistic Academy focuses on building </a:t>
            </a:r>
            <a:r>
              <a:rPr b="1" i="0" lang="en-US" sz="1600" u="none" cap="none" strike="noStrike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digital learning capabilities</a:t>
            </a:r>
            <a:r>
              <a:rPr b="0" i="0" lang="en-US" sz="1600" u="none" cap="none" strike="noStrike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 for educators, administrators, and learners — empowering individuals and institutions to adapt, innovate, and excel.</a:t>
            </a:r>
            <a:endParaRPr/>
          </a:p>
        </p:txBody>
      </p:sp>
      <p:sp>
        <p:nvSpPr>
          <p:cNvPr descr="preencoded.png" id="249" name="Google Shape;249;p18"/>
          <p:cNvSpPr/>
          <p:nvPr/>
        </p:nvSpPr>
        <p:spPr>
          <a:xfrm>
            <a:off x="976760" y="3542262"/>
            <a:ext cx="4038885" cy="4038885"/>
          </a:xfrm>
          <a:custGeom>
            <a:rect b="b" l="l" r="r" t="t"/>
            <a:pathLst>
              <a:path extrusionOk="0" h="5385181" w="5385181">
                <a:moveTo>
                  <a:pt x="0" y="0"/>
                </a:moveTo>
                <a:lnTo>
                  <a:pt x="5385181" y="0"/>
                </a:lnTo>
                <a:lnTo>
                  <a:pt x="5385181" y="5385181"/>
                </a:lnTo>
                <a:lnTo>
                  <a:pt x="0" y="538518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0" name="Google Shape;250;p18"/>
          <p:cNvSpPr/>
          <p:nvPr/>
        </p:nvSpPr>
        <p:spPr>
          <a:xfrm>
            <a:off x="6881965" y="2791720"/>
            <a:ext cx="470915" cy="470915"/>
          </a:xfrm>
          <a:custGeom>
            <a:rect b="b" l="l" r="r" t="t"/>
            <a:pathLst>
              <a:path extrusionOk="0" h="627888" w="627888">
                <a:moveTo>
                  <a:pt x="0" y="41910"/>
                </a:moveTo>
                <a:cubicBezTo>
                  <a:pt x="0" y="18796"/>
                  <a:pt x="18796" y="0"/>
                  <a:pt x="41910" y="0"/>
                </a:cubicBezTo>
                <a:lnTo>
                  <a:pt x="585978" y="0"/>
                </a:lnTo>
                <a:cubicBezTo>
                  <a:pt x="609092" y="0"/>
                  <a:pt x="627888" y="18796"/>
                  <a:pt x="627888" y="41910"/>
                </a:cubicBezTo>
                <a:lnTo>
                  <a:pt x="627888" y="585978"/>
                </a:lnTo>
                <a:cubicBezTo>
                  <a:pt x="627888" y="609092"/>
                  <a:pt x="609092" y="627888"/>
                  <a:pt x="585978" y="627888"/>
                </a:cubicBezTo>
                <a:lnTo>
                  <a:pt x="41910" y="627888"/>
                </a:lnTo>
                <a:cubicBezTo>
                  <a:pt x="18796" y="627888"/>
                  <a:pt x="0" y="609092"/>
                  <a:pt x="0" y="585978"/>
                </a:cubicBezTo>
                <a:close/>
              </a:path>
            </a:pathLst>
          </a:custGeom>
          <a:solidFill>
            <a:srgbClr val="F2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1" name="Google Shape;251;p18"/>
          <p:cNvGrpSpPr/>
          <p:nvPr/>
        </p:nvGrpSpPr>
        <p:grpSpPr>
          <a:xfrm>
            <a:off x="6952583" y="2821114"/>
            <a:ext cx="329655" cy="412109"/>
            <a:chOff x="0" y="0"/>
            <a:chExt cx="439539" cy="549478"/>
          </a:xfrm>
        </p:grpSpPr>
        <p:sp>
          <p:nvSpPr>
            <p:cNvPr id="252" name="Google Shape;252;p18"/>
            <p:cNvSpPr/>
            <p:nvPr/>
          </p:nvSpPr>
          <p:spPr>
            <a:xfrm>
              <a:off x="0" y="0"/>
              <a:ext cx="439539" cy="549475"/>
            </a:xfrm>
            <a:custGeom>
              <a:rect b="b" l="l" r="r" t="t"/>
              <a:pathLst>
                <a:path extrusionOk="0" h="549475" w="439539">
                  <a:moveTo>
                    <a:pt x="0" y="0"/>
                  </a:moveTo>
                  <a:lnTo>
                    <a:pt x="439539" y="0"/>
                  </a:lnTo>
                  <a:lnTo>
                    <a:pt x="439539" y="549475"/>
                  </a:lnTo>
                  <a:lnTo>
                    <a:pt x="0" y="549475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0" l="-110397" r="-110394" t="0"/>
              </a:stretch>
            </a:blipFill>
            <a:ln>
              <a:noFill/>
            </a:ln>
          </p:spPr>
        </p:sp>
        <p:sp>
          <p:nvSpPr>
            <p:cNvPr id="253" name="Google Shape;253;p18"/>
            <p:cNvSpPr txBox="1"/>
            <p:nvPr/>
          </p:nvSpPr>
          <p:spPr>
            <a:xfrm>
              <a:off x="0" y="47625"/>
              <a:ext cx="439534" cy="50185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499" u="none" cap="none" strike="noStrike">
                  <a:solidFill>
                    <a:srgbClr val="383838"/>
                  </a:solidFill>
                  <a:latin typeface="PT Serif"/>
                  <a:ea typeface="PT Serif"/>
                  <a:cs typeface="PT Serif"/>
                  <a:sym typeface="PT Serif"/>
                </a:rPr>
                <a:t>1</a:t>
              </a:r>
              <a:endParaRPr/>
            </a:p>
          </p:txBody>
        </p:sp>
      </p:grpSp>
      <p:sp>
        <p:nvSpPr>
          <p:cNvPr id="254" name="Google Shape;254;p18"/>
          <p:cNvSpPr txBox="1"/>
          <p:nvPr/>
        </p:nvSpPr>
        <p:spPr>
          <a:xfrm>
            <a:off x="7507338" y="2844556"/>
            <a:ext cx="2747372" cy="3623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Capacity Building</a:t>
            </a:r>
            <a:endParaRPr/>
          </a:p>
        </p:txBody>
      </p:sp>
      <p:sp>
        <p:nvSpPr>
          <p:cNvPr id="255" name="Google Shape;255;p18"/>
          <p:cNvSpPr txBox="1"/>
          <p:nvPr/>
        </p:nvSpPr>
        <p:spPr>
          <a:xfrm>
            <a:off x="7507338" y="3323330"/>
            <a:ext cx="9813284" cy="3292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Provides training for effective use of digital learning tools across institutions</a:t>
            </a:r>
            <a:endParaRPr/>
          </a:p>
        </p:txBody>
      </p:sp>
      <p:sp>
        <p:nvSpPr>
          <p:cNvPr id="256" name="Google Shape;256;p18"/>
          <p:cNvSpPr/>
          <p:nvPr/>
        </p:nvSpPr>
        <p:spPr>
          <a:xfrm>
            <a:off x="6881965" y="3961505"/>
            <a:ext cx="470915" cy="470915"/>
          </a:xfrm>
          <a:custGeom>
            <a:rect b="b" l="l" r="r" t="t"/>
            <a:pathLst>
              <a:path extrusionOk="0" h="627888" w="627888">
                <a:moveTo>
                  <a:pt x="0" y="41910"/>
                </a:moveTo>
                <a:cubicBezTo>
                  <a:pt x="0" y="18796"/>
                  <a:pt x="18796" y="0"/>
                  <a:pt x="41910" y="0"/>
                </a:cubicBezTo>
                <a:lnTo>
                  <a:pt x="585978" y="0"/>
                </a:lnTo>
                <a:cubicBezTo>
                  <a:pt x="609092" y="0"/>
                  <a:pt x="627888" y="18796"/>
                  <a:pt x="627888" y="41910"/>
                </a:cubicBezTo>
                <a:lnTo>
                  <a:pt x="627888" y="585978"/>
                </a:lnTo>
                <a:cubicBezTo>
                  <a:pt x="627888" y="609092"/>
                  <a:pt x="609092" y="627888"/>
                  <a:pt x="585978" y="627888"/>
                </a:cubicBezTo>
                <a:lnTo>
                  <a:pt x="41910" y="627888"/>
                </a:lnTo>
                <a:cubicBezTo>
                  <a:pt x="18796" y="627888"/>
                  <a:pt x="0" y="609092"/>
                  <a:pt x="0" y="585978"/>
                </a:cubicBezTo>
                <a:close/>
              </a:path>
            </a:pathLst>
          </a:custGeom>
          <a:solidFill>
            <a:srgbClr val="F2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7" name="Google Shape;257;p18"/>
          <p:cNvGrpSpPr/>
          <p:nvPr/>
        </p:nvGrpSpPr>
        <p:grpSpPr>
          <a:xfrm>
            <a:off x="6952583" y="3990899"/>
            <a:ext cx="329655" cy="412109"/>
            <a:chOff x="0" y="0"/>
            <a:chExt cx="439539" cy="549478"/>
          </a:xfrm>
        </p:grpSpPr>
        <p:sp>
          <p:nvSpPr>
            <p:cNvPr id="258" name="Google Shape;258;p18"/>
            <p:cNvSpPr/>
            <p:nvPr/>
          </p:nvSpPr>
          <p:spPr>
            <a:xfrm>
              <a:off x="0" y="0"/>
              <a:ext cx="439539" cy="549475"/>
            </a:xfrm>
            <a:custGeom>
              <a:rect b="b" l="l" r="r" t="t"/>
              <a:pathLst>
                <a:path extrusionOk="0" h="549475" w="439539">
                  <a:moveTo>
                    <a:pt x="0" y="0"/>
                  </a:moveTo>
                  <a:lnTo>
                    <a:pt x="439539" y="0"/>
                  </a:lnTo>
                  <a:lnTo>
                    <a:pt x="439539" y="549475"/>
                  </a:lnTo>
                  <a:lnTo>
                    <a:pt x="0" y="549475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0" l="-110397" r="-110394" t="0"/>
              </a:stretch>
            </a:blipFill>
            <a:ln>
              <a:noFill/>
            </a:ln>
          </p:spPr>
        </p:sp>
        <p:sp>
          <p:nvSpPr>
            <p:cNvPr id="259" name="Google Shape;259;p18"/>
            <p:cNvSpPr txBox="1"/>
            <p:nvPr/>
          </p:nvSpPr>
          <p:spPr>
            <a:xfrm>
              <a:off x="0" y="47625"/>
              <a:ext cx="439534" cy="50185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499" u="none" cap="none" strike="noStrike">
                  <a:solidFill>
                    <a:srgbClr val="383838"/>
                  </a:solidFill>
                  <a:latin typeface="PT Serif"/>
                  <a:ea typeface="PT Serif"/>
                  <a:cs typeface="PT Serif"/>
                  <a:sym typeface="PT Serif"/>
                </a:rPr>
                <a:t>2</a:t>
              </a:r>
              <a:endParaRPr/>
            </a:p>
          </p:txBody>
        </p:sp>
      </p:grpSp>
      <p:sp>
        <p:nvSpPr>
          <p:cNvPr id="260" name="Google Shape;260;p18"/>
          <p:cNvSpPr txBox="1"/>
          <p:nvPr/>
        </p:nvSpPr>
        <p:spPr>
          <a:xfrm>
            <a:off x="7507338" y="4014340"/>
            <a:ext cx="2747372" cy="3623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FLIP Classroom Model</a:t>
            </a:r>
            <a:endParaRPr/>
          </a:p>
        </p:txBody>
      </p:sp>
      <p:sp>
        <p:nvSpPr>
          <p:cNvPr id="261" name="Google Shape;261;p18"/>
          <p:cNvSpPr txBox="1"/>
          <p:nvPr/>
        </p:nvSpPr>
        <p:spPr>
          <a:xfrm>
            <a:off x="7507338" y="4493123"/>
            <a:ext cx="9813284" cy="3292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Uses flipped classroom and social learning approaches for deeper engagement</a:t>
            </a:r>
            <a:endParaRPr/>
          </a:p>
        </p:txBody>
      </p:sp>
      <p:sp>
        <p:nvSpPr>
          <p:cNvPr id="262" name="Google Shape;262;p18"/>
          <p:cNvSpPr/>
          <p:nvPr/>
        </p:nvSpPr>
        <p:spPr>
          <a:xfrm>
            <a:off x="6881965" y="5131298"/>
            <a:ext cx="470915" cy="470915"/>
          </a:xfrm>
          <a:custGeom>
            <a:rect b="b" l="l" r="r" t="t"/>
            <a:pathLst>
              <a:path extrusionOk="0" h="627888" w="627888">
                <a:moveTo>
                  <a:pt x="0" y="41910"/>
                </a:moveTo>
                <a:cubicBezTo>
                  <a:pt x="0" y="18796"/>
                  <a:pt x="18796" y="0"/>
                  <a:pt x="41910" y="0"/>
                </a:cubicBezTo>
                <a:lnTo>
                  <a:pt x="585978" y="0"/>
                </a:lnTo>
                <a:cubicBezTo>
                  <a:pt x="609092" y="0"/>
                  <a:pt x="627888" y="18796"/>
                  <a:pt x="627888" y="41910"/>
                </a:cubicBezTo>
                <a:lnTo>
                  <a:pt x="627888" y="585978"/>
                </a:lnTo>
                <a:cubicBezTo>
                  <a:pt x="627888" y="609092"/>
                  <a:pt x="609092" y="627888"/>
                  <a:pt x="585978" y="627888"/>
                </a:cubicBezTo>
                <a:lnTo>
                  <a:pt x="41910" y="627888"/>
                </a:lnTo>
                <a:cubicBezTo>
                  <a:pt x="18796" y="627888"/>
                  <a:pt x="0" y="609092"/>
                  <a:pt x="0" y="585978"/>
                </a:cubicBezTo>
                <a:close/>
              </a:path>
            </a:pathLst>
          </a:custGeom>
          <a:solidFill>
            <a:srgbClr val="F2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63" name="Google Shape;263;p18"/>
          <p:cNvGrpSpPr/>
          <p:nvPr/>
        </p:nvGrpSpPr>
        <p:grpSpPr>
          <a:xfrm>
            <a:off x="6952583" y="5160693"/>
            <a:ext cx="329655" cy="412109"/>
            <a:chOff x="0" y="0"/>
            <a:chExt cx="439539" cy="549478"/>
          </a:xfrm>
        </p:grpSpPr>
        <p:sp>
          <p:nvSpPr>
            <p:cNvPr id="264" name="Google Shape;264;p18"/>
            <p:cNvSpPr/>
            <p:nvPr/>
          </p:nvSpPr>
          <p:spPr>
            <a:xfrm>
              <a:off x="0" y="0"/>
              <a:ext cx="439539" cy="549475"/>
            </a:xfrm>
            <a:custGeom>
              <a:rect b="b" l="l" r="r" t="t"/>
              <a:pathLst>
                <a:path extrusionOk="0" h="549475" w="439539">
                  <a:moveTo>
                    <a:pt x="0" y="0"/>
                  </a:moveTo>
                  <a:lnTo>
                    <a:pt x="439539" y="0"/>
                  </a:lnTo>
                  <a:lnTo>
                    <a:pt x="439539" y="549475"/>
                  </a:lnTo>
                  <a:lnTo>
                    <a:pt x="0" y="549475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0" l="-110397" r="-110394" t="0"/>
              </a:stretch>
            </a:blipFill>
            <a:ln>
              <a:noFill/>
            </a:ln>
          </p:spPr>
        </p:sp>
        <p:sp>
          <p:nvSpPr>
            <p:cNvPr id="265" name="Google Shape;265;p18"/>
            <p:cNvSpPr txBox="1"/>
            <p:nvPr/>
          </p:nvSpPr>
          <p:spPr>
            <a:xfrm>
              <a:off x="0" y="47625"/>
              <a:ext cx="439534" cy="50185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499" u="none" cap="none" strike="noStrike">
                  <a:solidFill>
                    <a:srgbClr val="383838"/>
                  </a:solidFill>
                  <a:latin typeface="PT Serif"/>
                  <a:ea typeface="PT Serif"/>
                  <a:cs typeface="PT Serif"/>
                  <a:sym typeface="PT Serif"/>
                </a:rPr>
                <a:t>3</a:t>
              </a:r>
              <a:endParaRPr/>
            </a:p>
          </p:txBody>
        </p:sp>
      </p:grpSp>
      <p:sp>
        <p:nvSpPr>
          <p:cNvPr id="266" name="Google Shape;266;p18"/>
          <p:cNvSpPr txBox="1"/>
          <p:nvPr/>
        </p:nvSpPr>
        <p:spPr>
          <a:xfrm>
            <a:off x="7507338" y="5184134"/>
            <a:ext cx="3006776" cy="3623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LMS &amp; Content Training</a:t>
            </a:r>
            <a:endParaRPr/>
          </a:p>
        </p:txBody>
      </p:sp>
      <p:sp>
        <p:nvSpPr>
          <p:cNvPr id="267" name="Google Shape;267;p18"/>
          <p:cNvSpPr txBox="1"/>
          <p:nvPr/>
        </p:nvSpPr>
        <p:spPr>
          <a:xfrm>
            <a:off x="7507338" y="5662908"/>
            <a:ext cx="9813284" cy="3292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Offers training in LMS platforms, content creation, and emerging technologies</a:t>
            </a:r>
            <a:endParaRPr/>
          </a:p>
        </p:txBody>
      </p:sp>
      <p:sp>
        <p:nvSpPr>
          <p:cNvPr id="268" name="Google Shape;268;p18"/>
          <p:cNvSpPr/>
          <p:nvPr/>
        </p:nvSpPr>
        <p:spPr>
          <a:xfrm>
            <a:off x="6881965" y="6301083"/>
            <a:ext cx="470915" cy="470915"/>
          </a:xfrm>
          <a:custGeom>
            <a:rect b="b" l="l" r="r" t="t"/>
            <a:pathLst>
              <a:path extrusionOk="0" h="627888" w="627888">
                <a:moveTo>
                  <a:pt x="0" y="41910"/>
                </a:moveTo>
                <a:cubicBezTo>
                  <a:pt x="0" y="18796"/>
                  <a:pt x="18796" y="0"/>
                  <a:pt x="41910" y="0"/>
                </a:cubicBezTo>
                <a:lnTo>
                  <a:pt x="585978" y="0"/>
                </a:lnTo>
                <a:cubicBezTo>
                  <a:pt x="609092" y="0"/>
                  <a:pt x="627888" y="18796"/>
                  <a:pt x="627888" y="41910"/>
                </a:cubicBezTo>
                <a:lnTo>
                  <a:pt x="627888" y="585978"/>
                </a:lnTo>
                <a:cubicBezTo>
                  <a:pt x="627888" y="609092"/>
                  <a:pt x="609092" y="627888"/>
                  <a:pt x="585978" y="627888"/>
                </a:cubicBezTo>
                <a:lnTo>
                  <a:pt x="41910" y="627888"/>
                </a:lnTo>
                <a:cubicBezTo>
                  <a:pt x="18796" y="627888"/>
                  <a:pt x="0" y="609092"/>
                  <a:pt x="0" y="585978"/>
                </a:cubicBezTo>
                <a:close/>
              </a:path>
            </a:pathLst>
          </a:custGeom>
          <a:solidFill>
            <a:srgbClr val="F2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69" name="Google Shape;269;p18"/>
          <p:cNvGrpSpPr/>
          <p:nvPr/>
        </p:nvGrpSpPr>
        <p:grpSpPr>
          <a:xfrm>
            <a:off x="6952583" y="6330477"/>
            <a:ext cx="329655" cy="412109"/>
            <a:chOff x="0" y="0"/>
            <a:chExt cx="439539" cy="549478"/>
          </a:xfrm>
        </p:grpSpPr>
        <p:sp>
          <p:nvSpPr>
            <p:cNvPr id="270" name="Google Shape;270;p18"/>
            <p:cNvSpPr/>
            <p:nvPr/>
          </p:nvSpPr>
          <p:spPr>
            <a:xfrm>
              <a:off x="0" y="0"/>
              <a:ext cx="439539" cy="549475"/>
            </a:xfrm>
            <a:custGeom>
              <a:rect b="b" l="l" r="r" t="t"/>
              <a:pathLst>
                <a:path extrusionOk="0" h="549475" w="439539">
                  <a:moveTo>
                    <a:pt x="0" y="0"/>
                  </a:moveTo>
                  <a:lnTo>
                    <a:pt x="439539" y="0"/>
                  </a:lnTo>
                  <a:lnTo>
                    <a:pt x="439539" y="549475"/>
                  </a:lnTo>
                  <a:lnTo>
                    <a:pt x="0" y="549475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0" l="-110397" r="-110394" t="0"/>
              </a:stretch>
            </a:blipFill>
            <a:ln>
              <a:noFill/>
            </a:ln>
          </p:spPr>
        </p:sp>
        <p:sp>
          <p:nvSpPr>
            <p:cNvPr id="271" name="Google Shape;271;p18"/>
            <p:cNvSpPr txBox="1"/>
            <p:nvPr/>
          </p:nvSpPr>
          <p:spPr>
            <a:xfrm>
              <a:off x="0" y="47625"/>
              <a:ext cx="439534" cy="50185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499" u="none" cap="none" strike="noStrike">
                  <a:solidFill>
                    <a:srgbClr val="383838"/>
                  </a:solidFill>
                  <a:latin typeface="PT Serif"/>
                  <a:ea typeface="PT Serif"/>
                  <a:cs typeface="PT Serif"/>
                  <a:sym typeface="PT Serif"/>
                </a:rPr>
                <a:t>4</a:t>
              </a:r>
              <a:endParaRPr/>
            </a:p>
          </p:txBody>
        </p:sp>
      </p:grpSp>
      <p:sp>
        <p:nvSpPr>
          <p:cNvPr id="272" name="Google Shape;272;p18"/>
          <p:cNvSpPr txBox="1"/>
          <p:nvPr/>
        </p:nvSpPr>
        <p:spPr>
          <a:xfrm>
            <a:off x="7507338" y="6353918"/>
            <a:ext cx="2747372" cy="3623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Expert-Led Sessions</a:t>
            </a:r>
            <a:endParaRPr/>
          </a:p>
        </p:txBody>
      </p:sp>
      <p:sp>
        <p:nvSpPr>
          <p:cNvPr id="273" name="Google Shape;273;p18"/>
          <p:cNvSpPr txBox="1"/>
          <p:nvPr/>
        </p:nvSpPr>
        <p:spPr>
          <a:xfrm>
            <a:off x="7507338" y="6832702"/>
            <a:ext cx="9813284" cy="3292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Conducts virtual sessions with subject matter experts for real-world learning</a:t>
            </a:r>
            <a:endParaRPr/>
          </a:p>
        </p:txBody>
      </p:sp>
      <p:sp>
        <p:nvSpPr>
          <p:cNvPr id="274" name="Google Shape;274;p18"/>
          <p:cNvSpPr/>
          <p:nvPr/>
        </p:nvSpPr>
        <p:spPr>
          <a:xfrm>
            <a:off x="6881965" y="7470877"/>
            <a:ext cx="470915" cy="470915"/>
          </a:xfrm>
          <a:custGeom>
            <a:rect b="b" l="l" r="r" t="t"/>
            <a:pathLst>
              <a:path extrusionOk="0" h="627888" w="627888">
                <a:moveTo>
                  <a:pt x="0" y="41910"/>
                </a:moveTo>
                <a:cubicBezTo>
                  <a:pt x="0" y="18796"/>
                  <a:pt x="18796" y="0"/>
                  <a:pt x="41910" y="0"/>
                </a:cubicBezTo>
                <a:lnTo>
                  <a:pt x="585978" y="0"/>
                </a:lnTo>
                <a:cubicBezTo>
                  <a:pt x="609092" y="0"/>
                  <a:pt x="627888" y="18796"/>
                  <a:pt x="627888" y="41910"/>
                </a:cubicBezTo>
                <a:lnTo>
                  <a:pt x="627888" y="585978"/>
                </a:lnTo>
                <a:cubicBezTo>
                  <a:pt x="627888" y="609092"/>
                  <a:pt x="609092" y="627888"/>
                  <a:pt x="585978" y="627888"/>
                </a:cubicBezTo>
                <a:lnTo>
                  <a:pt x="41910" y="627888"/>
                </a:lnTo>
                <a:cubicBezTo>
                  <a:pt x="18796" y="627888"/>
                  <a:pt x="0" y="609092"/>
                  <a:pt x="0" y="585978"/>
                </a:cubicBezTo>
                <a:close/>
              </a:path>
            </a:pathLst>
          </a:custGeom>
          <a:solidFill>
            <a:srgbClr val="F2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75" name="Google Shape;275;p18"/>
          <p:cNvGrpSpPr/>
          <p:nvPr/>
        </p:nvGrpSpPr>
        <p:grpSpPr>
          <a:xfrm>
            <a:off x="6952583" y="7500271"/>
            <a:ext cx="329655" cy="412109"/>
            <a:chOff x="0" y="0"/>
            <a:chExt cx="439539" cy="549478"/>
          </a:xfrm>
        </p:grpSpPr>
        <p:sp>
          <p:nvSpPr>
            <p:cNvPr id="276" name="Google Shape;276;p18"/>
            <p:cNvSpPr/>
            <p:nvPr/>
          </p:nvSpPr>
          <p:spPr>
            <a:xfrm>
              <a:off x="0" y="0"/>
              <a:ext cx="439539" cy="549475"/>
            </a:xfrm>
            <a:custGeom>
              <a:rect b="b" l="l" r="r" t="t"/>
              <a:pathLst>
                <a:path extrusionOk="0" h="549475" w="439539">
                  <a:moveTo>
                    <a:pt x="0" y="0"/>
                  </a:moveTo>
                  <a:lnTo>
                    <a:pt x="439539" y="0"/>
                  </a:lnTo>
                  <a:lnTo>
                    <a:pt x="439539" y="549475"/>
                  </a:lnTo>
                  <a:lnTo>
                    <a:pt x="0" y="549475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0" l="-110397" r="-110394" t="0"/>
              </a:stretch>
            </a:blipFill>
            <a:ln>
              <a:noFill/>
            </a:ln>
          </p:spPr>
        </p:sp>
        <p:sp>
          <p:nvSpPr>
            <p:cNvPr id="277" name="Google Shape;277;p18"/>
            <p:cNvSpPr txBox="1"/>
            <p:nvPr/>
          </p:nvSpPr>
          <p:spPr>
            <a:xfrm>
              <a:off x="0" y="47625"/>
              <a:ext cx="439534" cy="50185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499" u="none" cap="none" strike="noStrike">
                  <a:solidFill>
                    <a:srgbClr val="383838"/>
                  </a:solidFill>
                  <a:latin typeface="PT Serif"/>
                  <a:ea typeface="PT Serif"/>
                  <a:cs typeface="PT Serif"/>
                  <a:sym typeface="PT Serif"/>
                </a:rPr>
                <a:t>5</a:t>
              </a:r>
              <a:endParaRPr/>
            </a:p>
          </p:txBody>
        </p:sp>
      </p:grpSp>
      <p:sp>
        <p:nvSpPr>
          <p:cNvPr id="278" name="Google Shape;278;p18"/>
          <p:cNvSpPr txBox="1"/>
          <p:nvPr/>
        </p:nvSpPr>
        <p:spPr>
          <a:xfrm>
            <a:off x="7507338" y="7523712"/>
            <a:ext cx="3115866" cy="3623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SCORM Content Creation</a:t>
            </a:r>
            <a:endParaRPr/>
          </a:p>
        </p:txBody>
      </p:sp>
      <p:sp>
        <p:nvSpPr>
          <p:cNvPr id="279" name="Google Shape;279;p18"/>
          <p:cNvSpPr txBox="1"/>
          <p:nvPr/>
        </p:nvSpPr>
        <p:spPr>
          <a:xfrm>
            <a:off x="7507338" y="8002486"/>
            <a:ext cx="9813284" cy="3292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Helps create SCORM-compliant digital content for impactful learning outcomes</a:t>
            </a:r>
            <a:endParaRPr/>
          </a:p>
        </p:txBody>
      </p:sp>
      <p:sp>
        <p:nvSpPr>
          <p:cNvPr id="280" name="Google Shape;280;p18"/>
          <p:cNvSpPr/>
          <p:nvPr/>
        </p:nvSpPr>
        <p:spPr>
          <a:xfrm>
            <a:off x="976760" y="8679361"/>
            <a:ext cx="16334518" cy="741521"/>
          </a:xfrm>
          <a:custGeom>
            <a:rect b="b" l="l" r="r" t="t"/>
            <a:pathLst>
              <a:path extrusionOk="0" h="988695" w="21779357">
                <a:moveTo>
                  <a:pt x="0" y="41910"/>
                </a:moveTo>
                <a:cubicBezTo>
                  <a:pt x="0" y="18796"/>
                  <a:pt x="18796" y="0"/>
                  <a:pt x="41910" y="0"/>
                </a:cubicBezTo>
                <a:lnTo>
                  <a:pt x="21737447" y="0"/>
                </a:lnTo>
                <a:cubicBezTo>
                  <a:pt x="21760560" y="0"/>
                  <a:pt x="21779357" y="18796"/>
                  <a:pt x="21779357" y="41910"/>
                </a:cubicBezTo>
                <a:lnTo>
                  <a:pt x="21779357" y="946785"/>
                </a:lnTo>
                <a:cubicBezTo>
                  <a:pt x="21779357" y="969899"/>
                  <a:pt x="21760560" y="988695"/>
                  <a:pt x="21737447" y="988695"/>
                </a:cubicBezTo>
                <a:lnTo>
                  <a:pt x="41910" y="988695"/>
                </a:lnTo>
                <a:cubicBezTo>
                  <a:pt x="18796" y="988695"/>
                  <a:pt x="0" y="969899"/>
                  <a:pt x="0" y="946785"/>
                </a:cubicBezTo>
                <a:close/>
              </a:path>
            </a:pathLst>
          </a:custGeom>
          <a:solidFill>
            <a:srgbClr val="B6D6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descr="preencoded.png" id="281" name="Google Shape;281;p18"/>
          <p:cNvSpPr/>
          <p:nvPr/>
        </p:nvSpPr>
        <p:spPr>
          <a:xfrm>
            <a:off x="1186015" y="8967187"/>
            <a:ext cx="261652" cy="209265"/>
          </a:xfrm>
          <a:custGeom>
            <a:rect b="b" l="l" r="r" t="t"/>
            <a:pathLst>
              <a:path extrusionOk="0" h="279019" w="348869">
                <a:moveTo>
                  <a:pt x="0" y="0"/>
                </a:moveTo>
                <a:lnTo>
                  <a:pt x="348869" y="0"/>
                </a:lnTo>
                <a:lnTo>
                  <a:pt x="348869" y="279019"/>
                </a:lnTo>
                <a:lnTo>
                  <a:pt x="0" y="2790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933" l="0" r="3" t="-942"/>
            </a:stretch>
          </a:blipFill>
          <a:ln>
            <a:noFill/>
          </a:ln>
        </p:spPr>
      </p:sp>
      <p:sp>
        <p:nvSpPr>
          <p:cNvPr id="282" name="Google Shape;282;p18"/>
          <p:cNvSpPr txBox="1"/>
          <p:nvPr/>
        </p:nvSpPr>
        <p:spPr>
          <a:xfrm>
            <a:off x="1656902" y="8847982"/>
            <a:ext cx="15445083" cy="3292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"Empowering individuals and institutions to adapt, innovate, and excel in digital education."</a:t>
            </a:r>
            <a:endParaRPr/>
          </a:p>
        </p:txBody>
      </p:sp>
      <p:sp>
        <p:nvSpPr>
          <p:cNvPr id="283" name="Google Shape;283;p18"/>
          <p:cNvSpPr/>
          <p:nvPr/>
        </p:nvSpPr>
        <p:spPr>
          <a:xfrm>
            <a:off x="16712866" y="288844"/>
            <a:ext cx="1165785" cy="1190403"/>
          </a:xfrm>
          <a:custGeom>
            <a:rect b="b" l="l" r="r" t="t"/>
            <a:pathLst>
              <a:path extrusionOk="0" h="8951032" w="8765921">
                <a:moveTo>
                  <a:pt x="0" y="0"/>
                </a:moveTo>
                <a:lnTo>
                  <a:pt x="8765921" y="0"/>
                </a:lnTo>
                <a:lnTo>
                  <a:pt x="8765921" y="8951032"/>
                </a:lnTo>
                <a:lnTo>
                  <a:pt x="0" y="89510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-1055" r="-1055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9"/>
          <p:cNvSpPr/>
          <p:nvPr/>
        </p:nvSpPr>
        <p:spPr>
          <a:xfrm>
            <a:off x="134550" y="-29135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FAFAFA"/>
          </a:solidFill>
          <a:ln>
            <a:noFill/>
          </a:ln>
        </p:spPr>
      </p:sp>
      <p:sp>
        <p:nvSpPr>
          <p:cNvPr id="293" name="Google Shape;293;p19"/>
          <p:cNvSpPr/>
          <p:nvPr/>
        </p:nvSpPr>
        <p:spPr>
          <a:xfrm>
            <a:off x="0" y="0"/>
            <a:ext cx="6858000" cy="10287000"/>
          </a:xfrm>
          <a:custGeom>
            <a:rect b="b" l="l" r="r" t="t"/>
            <a:pathLst>
              <a:path extrusionOk="0" h="13716000" w="9144000">
                <a:moveTo>
                  <a:pt x="0" y="0"/>
                </a:moveTo>
                <a:lnTo>
                  <a:pt x="9144000" y="0"/>
                </a:lnTo>
                <a:lnTo>
                  <a:pt x="914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F2EEEE"/>
          </a:solidFill>
          <a:ln>
            <a:noFill/>
          </a:ln>
        </p:spPr>
      </p:sp>
      <p:sp>
        <p:nvSpPr>
          <p:cNvPr descr="preencoded.png" id="294" name="Google Shape;294;p19"/>
          <p:cNvSpPr/>
          <p:nvPr/>
        </p:nvSpPr>
        <p:spPr>
          <a:xfrm>
            <a:off x="134541" y="750837"/>
            <a:ext cx="6588728" cy="8785193"/>
          </a:xfrm>
          <a:custGeom>
            <a:rect b="b" l="l" r="r" t="t"/>
            <a:pathLst>
              <a:path extrusionOk="0" h="11713591" w="8784971">
                <a:moveTo>
                  <a:pt x="0" y="0"/>
                </a:moveTo>
                <a:lnTo>
                  <a:pt x="8784971" y="0"/>
                </a:lnTo>
                <a:lnTo>
                  <a:pt x="8784971" y="11713591"/>
                </a:lnTo>
                <a:lnTo>
                  <a:pt x="0" y="117135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1" t="0"/>
            </a:stretch>
          </a:blipFill>
          <a:ln>
            <a:noFill/>
          </a:ln>
        </p:spPr>
      </p:sp>
      <p:sp>
        <p:nvSpPr>
          <p:cNvPr id="295" name="Google Shape;295;p19"/>
          <p:cNvSpPr txBox="1"/>
          <p:nvPr/>
        </p:nvSpPr>
        <p:spPr>
          <a:xfrm>
            <a:off x="9037739" y="1010393"/>
            <a:ext cx="7070522" cy="9123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54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500" u="none" cap="none" strike="noStrike">
                <a:solidFill>
                  <a:srgbClr val="020202"/>
                </a:solidFill>
                <a:latin typeface="PT Serif"/>
                <a:ea typeface="PT Serif"/>
                <a:cs typeface="PT Serif"/>
                <a:sym typeface="PT Serif"/>
              </a:rPr>
              <a:t>Thank You</a:t>
            </a:r>
            <a:endParaRPr/>
          </a:p>
        </p:txBody>
      </p:sp>
      <p:sp>
        <p:nvSpPr>
          <p:cNvPr id="296" name="Google Shape;296;p19"/>
          <p:cNvSpPr txBox="1"/>
          <p:nvPr/>
        </p:nvSpPr>
        <p:spPr>
          <a:xfrm>
            <a:off x="7850238" y="2220811"/>
            <a:ext cx="9445523" cy="505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We appreciate your time and interest in </a:t>
            </a:r>
            <a:r>
              <a:rPr b="1" i="0" lang="en-US" sz="2100" u="none" cap="none" strike="noStrike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Ballistic Learning System (BLS)</a:t>
            </a:r>
            <a:r>
              <a:rPr b="0" i="0" lang="en-US" sz="2100" u="none" cap="none" strike="noStrike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/>
          </a:p>
        </p:txBody>
      </p:sp>
      <p:sp>
        <p:nvSpPr>
          <p:cNvPr id="297" name="Google Shape;297;p19"/>
          <p:cNvSpPr/>
          <p:nvPr/>
        </p:nvSpPr>
        <p:spPr>
          <a:xfrm>
            <a:off x="7850238" y="3014510"/>
            <a:ext cx="4594764" cy="1992916"/>
          </a:xfrm>
          <a:custGeom>
            <a:rect b="b" l="l" r="r" t="t"/>
            <a:pathLst>
              <a:path extrusionOk="0" h="2657221" w="6126353">
                <a:moveTo>
                  <a:pt x="0" y="53848"/>
                </a:moveTo>
                <a:cubicBezTo>
                  <a:pt x="0" y="24130"/>
                  <a:pt x="24130" y="0"/>
                  <a:pt x="53848" y="0"/>
                </a:cubicBezTo>
                <a:lnTo>
                  <a:pt x="6072505" y="0"/>
                </a:lnTo>
                <a:cubicBezTo>
                  <a:pt x="6102223" y="0"/>
                  <a:pt x="6126353" y="24130"/>
                  <a:pt x="6126353" y="53848"/>
                </a:cubicBezTo>
                <a:lnTo>
                  <a:pt x="6126353" y="2603373"/>
                </a:lnTo>
                <a:cubicBezTo>
                  <a:pt x="6126353" y="2633091"/>
                  <a:pt x="6102223" y="2657221"/>
                  <a:pt x="6072505" y="2657221"/>
                </a:cubicBezTo>
                <a:lnTo>
                  <a:pt x="53848" y="2657221"/>
                </a:lnTo>
                <a:cubicBezTo>
                  <a:pt x="24130" y="2657221"/>
                  <a:pt x="0" y="2633091"/>
                  <a:pt x="0" y="2603373"/>
                </a:cubicBezTo>
                <a:close/>
              </a:path>
            </a:pathLst>
          </a:custGeom>
          <a:solidFill>
            <a:srgbClr val="F2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19"/>
          <p:cNvSpPr txBox="1"/>
          <p:nvPr/>
        </p:nvSpPr>
        <p:spPr>
          <a:xfrm>
            <a:off x="8119472" y="3274219"/>
            <a:ext cx="3535261" cy="4702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8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000000"/>
                </a:solidFill>
                <a:latin typeface="PT Serif"/>
                <a:ea typeface="PT Serif"/>
                <a:cs typeface="PT Serif"/>
                <a:sym typeface="PT Serif"/>
              </a:rPr>
              <a:t>🌐</a:t>
            </a:r>
            <a:r>
              <a:rPr b="0" i="0" lang="en-US" sz="2700" u="none" cap="none" strike="noStrike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 Explore BLS</a:t>
            </a:r>
            <a:endParaRPr/>
          </a:p>
        </p:txBody>
      </p:sp>
      <p:sp>
        <p:nvSpPr>
          <p:cNvPr id="299" name="Google Shape;299;p19"/>
          <p:cNvSpPr txBox="1"/>
          <p:nvPr/>
        </p:nvSpPr>
        <p:spPr>
          <a:xfrm>
            <a:off x="8119472" y="3812229"/>
            <a:ext cx="4056307" cy="9260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Discover our full range of digital learning solutions</a:t>
            </a:r>
            <a:endParaRPr/>
          </a:p>
        </p:txBody>
      </p:sp>
      <p:sp>
        <p:nvSpPr>
          <p:cNvPr id="300" name="Google Shape;300;p19"/>
          <p:cNvSpPr/>
          <p:nvPr/>
        </p:nvSpPr>
        <p:spPr>
          <a:xfrm>
            <a:off x="12700845" y="3014510"/>
            <a:ext cx="4594955" cy="1992916"/>
          </a:xfrm>
          <a:custGeom>
            <a:rect b="b" l="l" r="r" t="t"/>
            <a:pathLst>
              <a:path extrusionOk="0" h="2657221" w="6126607">
                <a:moveTo>
                  <a:pt x="0" y="53848"/>
                </a:moveTo>
                <a:cubicBezTo>
                  <a:pt x="0" y="24130"/>
                  <a:pt x="24130" y="0"/>
                  <a:pt x="53848" y="0"/>
                </a:cubicBezTo>
                <a:lnTo>
                  <a:pt x="6072759" y="0"/>
                </a:lnTo>
                <a:cubicBezTo>
                  <a:pt x="6102477" y="0"/>
                  <a:pt x="6126607" y="24130"/>
                  <a:pt x="6126607" y="53848"/>
                </a:cubicBezTo>
                <a:lnTo>
                  <a:pt x="6126607" y="2603373"/>
                </a:lnTo>
                <a:cubicBezTo>
                  <a:pt x="6126607" y="2633091"/>
                  <a:pt x="6102477" y="2657221"/>
                  <a:pt x="6072759" y="2657221"/>
                </a:cubicBezTo>
                <a:lnTo>
                  <a:pt x="53848" y="2657221"/>
                </a:lnTo>
                <a:cubicBezTo>
                  <a:pt x="24130" y="2657221"/>
                  <a:pt x="0" y="2633091"/>
                  <a:pt x="0" y="2603373"/>
                </a:cubicBezTo>
                <a:close/>
              </a:path>
            </a:pathLst>
          </a:custGeom>
          <a:solidFill>
            <a:srgbClr val="F2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19"/>
          <p:cNvSpPr txBox="1"/>
          <p:nvPr/>
        </p:nvSpPr>
        <p:spPr>
          <a:xfrm>
            <a:off x="12970078" y="3274219"/>
            <a:ext cx="3535261" cy="4702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8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000000"/>
                </a:solidFill>
                <a:latin typeface="PT Serif"/>
                <a:ea typeface="PT Serif"/>
                <a:cs typeface="PT Serif"/>
                <a:sym typeface="PT Serif"/>
              </a:rPr>
              <a:t>🤝</a:t>
            </a:r>
            <a:r>
              <a:rPr b="0" i="0" lang="en-US" sz="2700" u="none" cap="none" strike="noStrike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 Partner With Us</a:t>
            </a:r>
            <a:endParaRPr/>
          </a:p>
        </p:txBody>
      </p:sp>
      <p:sp>
        <p:nvSpPr>
          <p:cNvPr id="302" name="Google Shape;302;p19"/>
          <p:cNvSpPr txBox="1"/>
          <p:nvPr/>
        </p:nvSpPr>
        <p:spPr>
          <a:xfrm>
            <a:off x="12970078" y="3812229"/>
            <a:ext cx="4056459" cy="9260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Join 200+ global projects shaping the future of education</a:t>
            </a:r>
            <a:endParaRPr/>
          </a:p>
        </p:txBody>
      </p:sp>
      <p:sp>
        <p:nvSpPr>
          <p:cNvPr id="303" name="Google Shape;303;p19"/>
          <p:cNvSpPr/>
          <p:nvPr/>
        </p:nvSpPr>
        <p:spPr>
          <a:xfrm>
            <a:off x="7850238" y="5263305"/>
            <a:ext cx="9445466" cy="1572768"/>
          </a:xfrm>
          <a:custGeom>
            <a:rect b="b" l="l" r="r" t="t"/>
            <a:pathLst>
              <a:path extrusionOk="0" h="2097024" w="12593955">
                <a:moveTo>
                  <a:pt x="0" y="53848"/>
                </a:moveTo>
                <a:cubicBezTo>
                  <a:pt x="0" y="24130"/>
                  <a:pt x="24130" y="0"/>
                  <a:pt x="53848" y="0"/>
                </a:cubicBezTo>
                <a:lnTo>
                  <a:pt x="12540107" y="0"/>
                </a:lnTo>
                <a:cubicBezTo>
                  <a:pt x="12569825" y="0"/>
                  <a:pt x="12593955" y="24130"/>
                  <a:pt x="12593955" y="53848"/>
                </a:cubicBezTo>
                <a:lnTo>
                  <a:pt x="12593955" y="2043176"/>
                </a:lnTo>
                <a:cubicBezTo>
                  <a:pt x="12593955" y="2072894"/>
                  <a:pt x="12569825" y="2097024"/>
                  <a:pt x="12540107" y="2097024"/>
                </a:cubicBezTo>
                <a:lnTo>
                  <a:pt x="53848" y="2097024"/>
                </a:lnTo>
                <a:cubicBezTo>
                  <a:pt x="24130" y="2097024"/>
                  <a:pt x="0" y="2072894"/>
                  <a:pt x="0" y="2043176"/>
                </a:cubicBezTo>
                <a:close/>
              </a:path>
            </a:pathLst>
          </a:custGeom>
          <a:solidFill>
            <a:srgbClr val="F2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19"/>
          <p:cNvSpPr txBox="1"/>
          <p:nvPr/>
        </p:nvSpPr>
        <p:spPr>
          <a:xfrm>
            <a:off x="8119472" y="5523014"/>
            <a:ext cx="3535261" cy="4702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8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000000"/>
                </a:solidFill>
                <a:latin typeface="PT Serif"/>
                <a:ea typeface="PT Serif"/>
                <a:cs typeface="PT Serif"/>
                <a:sym typeface="PT Serif"/>
              </a:rPr>
              <a:t>🚀</a:t>
            </a:r>
            <a:r>
              <a:rPr b="0" i="0" lang="en-US" sz="2700" u="none" cap="none" strike="noStrike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 Start Your Journey</a:t>
            </a:r>
            <a:endParaRPr/>
          </a:p>
        </p:txBody>
      </p:sp>
      <p:sp>
        <p:nvSpPr>
          <p:cNvPr id="305" name="Google Shape;305;p19"/>
          <p:cNvSpPr txBox="1"/>
          <p:nvPr/>
        </p:nvSpPr>
        <p:spPr>
          <a:xfrm>
            <a:off x="8119472" y="6061024"/>
            <a:ext cx="8907066" cy="505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Transform your learning ecosystem with BLS today</a:t>
            </a:r>
            <a:endParaRPr/>
          </a:p>
        </p:txBody>
      </p:sp>
      <p:sp>
        <p:nvSpPr>
          <p:cNvPr id="306" name="Google Shape;306;p19"/>
          <p:cNvSpPr txBox="1"/>
          <p:nvPr/>
        </p:nvSpPr>
        <p:spPr>
          <a:xfrm>
            <a:off x="8254155" y="7326068"/>
            <a:ext cx="9041606" cy="9260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"Shaping how millions of learners log in, learn, pass, teach, and grow — towards </a:t>
            </a:r>
            <a:r>
              <a:rPr b="0" i="0" lang="en-US" sz="2100" u="none" cap="none" strike="noStrike">
                <a:solidFill>
                  <a:srgbClr val="E04F00"/>
                </a:solidFill>
                <a:latin typeface="DM Sans"/>
                <a:ea typeface="DM Sans"/>
                <a:cs typeface="DM Sans"/>
                <a:sym typeface="DM Sans"/>
              </a:rPr>
              <a:t>#ViksitBharat</a:t>
            </a:r>
            <a:r>
              <a:rPr b="0" i="0" lang="en-US" sz="2100" u="none" cap="none" strike="noStrike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."</a:t>
            </a:r>
            <a:endParaRPr/>
          </a:p>
        </p:txBody>
      </p:sp>
      <p:sp>
        <p:nvSpPr>
          <p:cNvPr id="307" name="Google Shape;307;p19"/>
          <p:cNvSpPr/>
          <p:nvPr/>
        </p:nvSpPr>
        <p:spPr>
          <a:xfrm>
            <a:off x="7850238" y="7123957"/>
            <a:ext cx="38100" cy="1415986"/>
          </a:xfrm>
          <a:custGeom>
            <a:rect b="b" l="l" r="r" t="t"/>
            <a:pathLst>
              <a:path extrusionOk="0" h="1887982" w="50800">
                <a:moveTo>
                  <a:pt x="0" y="0"/>
                </a:moveTo>
                <a:lnTo>
                  <a:pt x="50800" y="0"/>
                </a:lnTo>
                <a:lnTo>
                  <a:pt x="50800" y="1887982"/>
                </a:lnTo>
                <a:lnTo>
                  <a:pt x="0" y="1887982"/>
                </a:lnTo>
                <a:close/>
              </a:path>
            </a:pathLst>
          </a:custGeom>
          <a:solidFill>
            <a:srgbClr val="E04F00"/>
          </a:solidFill>
          <a:ln>
            <a:noFill/>
          </a:ln>
        </p:spPr>
      </p:sp>
      <p:sp>
        <p:nvSpPr>
          <p:cNvPr id="308" name="Google Shape;308;p19"/>
          <p:cNvSpPr txBox="1"/>
          <p:nvPr/>
        </p:nvSpPr>
        <p:spPr>
          <a:xfrm>
            <a:off x="7850238" y="8742016"/>
            <a:ext cx="9445523" cy="505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Presented by Tushar Bhadana</a:t>
            </a:r>
            <a:endParaRPr/>
          </a:p>
        </p:txBody>
      </p:sp>
      <p:sp>
        <p:nvSpPr>
          <p:cNvPr id="309" name="Google Shape;309;p19"/>
          <p:cNvSpPr/>
          <p:nvPr/>
        </p:nvSpPr>
        <p:spPr>
          <a:xfrm>
            <a:off x="16712866" y="288844"/>
            <a:ext cx="1165785" cy="1190403"/>
          </a:xfrm>
          <a:custGeom>
            <a:rect b="b" l="l" r="r" t="t"/>
            <a:pathLst>
              <a:path extrusionOk="0" h="8951032" w="8765921">
                <a:moveTo>
                  <a:pt x="0" y="0"/>
                </a:moveTo>
                <a:lnTo>
                  <a:pt x="8765921" y="0"/>
                </a:lnTo>
                <a:lnTo>
                  <a:pt x="8765921" y="8951032"/>
                </a:lnTo>
                <a:lnTo>
                  <a:pt x="0" y="89510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-1055" r="-1055" t="0"/>
            </a:stretch>
          </a:blipFill>
          <a:ln>
            <a:noFill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